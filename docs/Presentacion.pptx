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92" r:id="rId5"/>
    <p:sldId id="275" r:id="rId6"/>
    <p:sldId id="296" r:id="rId7"/>
    <p:sldId id="301" r:id="rId8"/>
    <p:sldId id="276" r:id="rId9"/>
    <p:sldId id="277" r:id="rId10"/>
    <p:sldId id="278" r:id="rId11"/>
    <p:sldId id="279" r:id="rId12"/>
    <p:sldId id="295" r:id="rId13"/>
    <p:sldId id="285" r:id="rId14"/>
    <p:sldId id="288" r:id="rId15"/>
    <p:sldId id="289" r:id="rId16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6992"/>
    <a:srgbClr val="AEC2D8"/>
    <a:srgbClr val="98432A"/>
    <a:srgbClr val="D84400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5634"/>
  </p:normalViewPr>
  <p:slideViewPr>
    <p:cSldViewPr snapToGrid="0" showGuides="1">
      <p:cViewPr varScale="1">
        <p:scale>
          <a:sx n="159" d="100"/>
          <a:sy n="159" d="100"/>
        </p:scale>
        <p:origin x="306" y="138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-16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954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A1B39F24-D372-49FA-92C4-AB388BC5B723}" type="datetime1">
              <a:rPr lang="es-ES" smtClean="0"/>
              <a:t>09/04/2025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BB8DC1D1-B6C2-C644-8BF1-C34DBFFE1C78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encabezado 7">
            <a:extLst>
              <a:ext uri="{FF2B5EF4-FFF2-40B4-BE49-F238E27FC236}">
                <a16:creationId xmlns:a16="http://schemas.microsoft.com/office/drawing/2014/main" id="{A894A48D-3417-BE20-3062-A366096904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endParaRPr lang="es-ES"/>
          </a:p>
        </p:txBody>
      </p:sp>
      <p:sp>
        <p:nvSpPr>
          <p:cNvPr id="9" name="Marcador de imagen de diapositiva 8">
            <a:extLst>
              <a:ext uri="{FF2B5EF4-FFF2-40B4-BE49-F238E27FC236}">
                <a16:creationId xmlns:a16="http://schemas.microsoft.com/office/drawing/2014/main" id="{AC9ED954-709D-51DC-3EA0-0E06FE1D72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1F57F2FB-2942-7663-E6DB-E3A976549D5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endParaRPr lang="es-ES"/>
          </a:p>
        </p:txBody>
      </p:sp>
      <p:sp>
        <p:nvSpPr>
          <p:cNvPr id="11" name="Marcador de fecha 10">
            <a:extLst>
              <a:ext uri="{FF2B5EF4-FFF2-40B4-BE49-F238E27FC236}">
                <a16:creationId xmlns:a16="http://schemas.microsoft.com/office/drawing/2014/main" id="{ED31FE42-8AA6-DC9C-5EE7-8737143C1DD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F56CD306-C8D1-4677-B356-29ECCA1AC9DC}" type="datetime1">
              <a:rPr lang="es-ES" smtClean="0"/>
              <a:pPr/>
              <a:t>09/04/2025</a:t>
            </a:fld>
            <a:endParaRPr lang="es-ES" dirty="0"/>
          </a:p>
        </p:txBody>
      </p:sp>
      <p:sp>
        <p:nvSpPr>
          <p:cNvPr id="12" name="Marcador de notas 11">
            <a:extLst>
              <a:ext uri="{FF2B5EF4-FFF2-40B4-BE49-F238E27FC236}">
                <a16:creationId xmlns:a16="http://schemas.microsoft.com/office/drawing/2014/main" id="{5F659C92-43C4-05C5-9170-5CF256AF9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3" name="Marcador de número de diapositiva 12">
            <a:extLst>
              <a:ext uri="{FF2B5EF4-FFF2-40B4-BE49-F238E27FC236}">
                <a16:creationId xmlns:a16="http://schemas.microsoft.com/office/drawing/2014/main" id="{74923A81-0599-8ECF-BDF0-A4898D4682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fld id="{FDBF3159-94EB-4F6B-8273-09F1A6B019E6}" type="slidenum">
              <a:rPr lang="es-ES" smtClean="0"/>
              <a:pPr rtl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Calibri" panose="020F0502020204030204" pitchFamily="34" charset="0"/>
        <a:ea typeface="+mn-ea"/>
        <a:cs typeface="Calibri" panose="020F0502020204030204" pitchFamily="34" charset="0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712883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2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914374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2ED56-C946-24A5-2D43-8BCB1268E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00CD0D5-DC62-5B75-C5DE-6F88151E48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0D46147-121D-9521-2681-951C646CD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AADFE5-6C82-711E-3A8E-B84594BD21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3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2401254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5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235818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6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9613866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7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640078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smtClean="0"/>
              <a:t>8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smtClean="0"/>
              <a:t>9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10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2457856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11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9793020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12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077670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 con imagen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</p:spPr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n-US" noProof="0"/>
              <a:t>Click to edit Master title style</a:t>
            </a:r>
            <a:endParaRPr lang="es-ES" noProof="0"/>
          </a:p>
        </p:txBody>
      </p:sp>
      <p:cxnSp>
        <p:nvCxnSpPr>
          <p:cNvPr id="24" name="Conector recto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509005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es-ES" sz="1800" b="0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 noProof="0"/>
              <a:t>Haga clic para modificar el estilo de título del patrón </a:t>
            </a:r>
          </a:p>
        </p:txBody>
      </p:sp>
      <p:sp>
        <p:nvSpPr>
          <p:cNvPr id="47" name="Marcador de posición del contenido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imagen≈≈</a:t>
            </a:r>
          </a:p>
        </p:txBody>
      </p:sp>
      <p:sp>
        <p:nvSpPr>
          <p:cNvPr id="9" name="Forma libre: Forma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72" y="3435545"/>
            <a:ext cx="4253399" cy="1740114"/>
          </a:xfrm>
        </p:spPr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7" name="Forma libre: Forma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800" dirty="0"/>
          </a:p>
        </p:txBody>
      </p:sp>
      <p:sp>
        <p:nvSpPr>
          <p:cNvPr id="13" name="Forma libre: Forma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800" dirty="0"/>
          </a:p>
        </p:txBody>
      </p:sp>
      <p:sp>
        <p:nvSpPr>
          <p:cNvPr id="14" name="Forma libre: Forma 13">
            <a:extLst>
              <a:ext uri="{FF2B5EF4-FFF2-40B4-BE49-F238E27FC236}">
                <a16:creationId xmlns:a16="http://schemas.microsoft.com/office/drawing/2014/main" id="{70174533-8C0E-4E82-A582-891A0555FA1F}"/>
              </a:ext>
            </a:extLst>
          </p:cNvPr>
          <p:cNvSpPr/>
          <p:nvPr userDrawn="1"/>
        </p:nvSpPr>
        <p:spPr>
          <a:xfrm>
            <a:off x="7328126" y="231031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800" dirty="0"/>
          </a:p>
        </p:txBody>
      </p:sp>
      <p:sp>
        <p:nvSpPr>
          <p:cNvPr id="15" name="Forma libre: Forma 14">
            <a:extLst>
              <a:ext uri="{FF2B5EF4-FFF2-40B4-BE49-F238E27FC236}">
                <a16:creationId xmlns:a16="http://schemas.microsoft.com/office/drawing/2014/main" id="{071E3938-A754-4D49-B509-249EE9BD83AB}"/>
              </a:ext>
            </a:extLst>
          </p:cNvPr>
          <p:cNvSpPr/>
          <p:nvPr userDrawn="1"/>
        </p:nvSpPr>
        <p:spPr>
          <a:xfrm>
            <a:off x="8375472" y="409533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16" name="Forma libre: Forma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800" dirty="0"/>
          </a:p>
        </p:txBody>
      </p:sp>
      <p:sp>
        <p:nvSpPr>
          <p:cNvPr id="24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5414CF94-2913-4AE7-AAC3-3D61FE74288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74027" y="1076241"/>
            <a:ext cx="1913128" cy="1054727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6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3CE3485A-395E-4C5F-A00F-D230FF7CFB9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75472" y="1076241"/>
            <a:ext cx="1904890" cy="1054728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editar el estilo de título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A8DFBFF-5B07-49C6-ADB8-341FCD1E75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21949" y="2844725"/>
            <a:ext cx="1914694" cy="1089194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1AC7F192-CFC3-470A-9467-330212C6F5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409651" y="2826795"/>
            <a:ext cx="1913128" cy="1107124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A5D53FF3-B0CD-4D31-9128-2D2E0E89F0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67234" y="4631270"/>
            <a:ext cx="1913128" cy="1075689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6" name="Forma libre: Forma 6">
            <a:extLst>
              <a:ext uri="{FF2B5EF4-FFF2-40B4-BE49-F238E27FC236}">
                <a16:creationId xmlns:a16="http://schemas.microsoft.com/office/drawing/2014/main" id="{4D27EAE5-5D14-4E2B-9A4E-E1CE7C26F40F}"/>
              </a:ext>
            </a:extLst>
          </p:cNvPr>
          <p:cNvSpPr/>
          <p:nvPr userDrawn="1"/>
        </p:nvSpPr>
        <p:spPr>
          <a:xfrm>
            <a:off x="630971" y="606175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9" name="Forma libre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8" name="Forma libre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30" name="Forma libre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11" name="Forma libre: Forma 10">
            <a:extLst>
              <a:ext uri="{FF2B5EF4-FFF2-40B4-BE49-F238E27FC236}">
                <a16:creationId xmlns:a16="http://schemas.microsoft.com/office/drawing/2014/main" id="{01796F5D-2CC8-44C2-B5B5-E61BEFFF5A72}"/>
              </a:ext>
            </a:extLst>
          </p:cNvPr>
          <p:cNvSpPr/>
          <p:nvPr userDrawn="1"/>
        </p:nvSpPr>
        <p:spPr>
          <a:xfrm>
            <a:off x="5252937" y="2290859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12" name="Forma libre: Forma 11">
            <a:extLst>
              <a:ext uri="{FF2B5EF4-FFF2-40B4-BE49-F238E27FC236}">
                <a16:creationId xmlns:a16="http://schemas.microsoft.com/office/drawing/2014/main" id="{73093633-6A91-42B5-961C-4B3A5DDF2146}"/>
              </a:ext>
            </a:extLst>
          </p:cNvPr>
          <p:cNvSpPr/>
          <p:nvPr userDrawn="1"/>
        </p:nvSpPr>
        <p:spPr>
          <a:xfrm>
            <a:off x="6310033" y="405642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484632" y="6217920"/>
            <a:ext cx="4114800" cy="365125"/>
          </a:xfrm>
        </p:spPr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>
          <a:xfrm>
            <a:off x="11194169" y="6217920"/>
            <a:ext cx="458592" cy="365125"/>
          </a:xfrm>
        </p:spPr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862097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</p:spPr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4" name="Marcador de posición del contenido 47">
            <a:extLst>
              <a:ext uri="{FF2B5EF4-FFF2-40B4-BE49-F238E27FC236}">
                <a16:creationId xmlns:a16="http://schemas.microsoft.com/office/drawing/2014/main" id="{E61594E5-F661-407F-9B5E-62267D2E6AA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1" name="Marcador de posición de imagen 20">
            <a:extLst>
              <a:ext uri="{FF2B5EF4-FFF2-40B4-BE49-F238E27FC236}">
                <a16:creationId xmlns:a16="http://schemas.microsoft.com/office/drawing/2014/main" id="{988BDF24-3B67-5B77-0D48-319FA7FD0F6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5745001" y="0"/>
            <a:ext cx="6446999" cy="6858000"/>
          </a:xfrm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  <p:txBody>
          <a:bodyPr wrap="square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s-ES" dirty="0">
                <a:solidFill>
                  <a:schemeClr val="accent6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es-ES"/>
            </a:pPr>
            <a:r>
              <a:rPr lang="en-US"/>
              <a:t>Click icon to add picture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abezado de la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título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8" name="Hexágono 17">
            <a:extLst>
              <a:ext uri="{FF2B5EF4-FFF2-40B4-BE49-F238E27FC236}">
                <a16:creationId xmlns:a16="http://schemas.microsoft.com/office/drawing/2014/main" id="{ADF8D8A3-175E-9A50-A98B-3766DAAB5EE2}"/>
              </a:ext>
            </a:extLst>
          </p:cNvPr>
          <p:cNvSpPr/>
          <p:nvPr userDrawn="1"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1" name="Texto 47" descr="Haga clic en el icono para agregar una imagen">
            <a:extLst>
              <a:ext uri="{FF2B5EF4-FFF2-40B4-BE49-F238E27FC236}">
                <a16:creationId xmlns:a16="http://schemas.microsoft.com/office/drawing/2014/main" id="{B264F104-ED4D-9A7F-E598-295893E05B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13000"/>
              </a:lnSpc>
              <a:buNone/>
              <a:defRPr lang="es-ES" sz="1800" b="1" cap="all" baseline="0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17" name="Marcador de posición de imagen 16">
            <a:extLst>
              <a:ext uri="{FF2B5EF4-FFF2-40B4-BE49-F238E27FC236}">
                <a16:creationId xmlns:a16="http://schemas.microsoft.com/office/drawing/2014/main" id="{7A084A88-6A62-9495-6CFE-1127D5CAAAB2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581710" y="555648"/>
            <a:ext cx="5045662" cy="5783096"/>
          </a:xfrm>
          <a:custGeom>
            <a:avLst/>
            <a:gdLst>
              <a:gd name="connsiteX0" fmla="*/ 2523318 w 5045662"/>
              <a:gd name="connsiteY0" fmla="*/ 1092708 h 5783096"/>
              <a:gd name="connsiteX1" fmla="*/ 1083139 w 5045662"/>
              <a:gd name="connsiteY1" fmla="*/ 1991697 h 5783096"/>
              <a:gd name="connsiteX2" fmla="*/ 1083139 w 5045662"/>
              <a:gd name="connsiteY2" fmla="*/ 3787311 h 5783096"/>
              <a:gd name="connsiteX3" fmla="*/ 2523318 w 5045662"/>
              <a:gd name="connsiteY3" fmla="*/ 4686300 h 5783096"/>
              <a:gd name="connsiteX4" fmla="*/ 3963497 w 5045662"/>
              <a:gd name="connsiteY4" fmla="*/ 3787311 h 5783096"/>
              <a:gd name="connsiteX5" fmla="*/ 3963497 w 5045662"/>
              <a:gd name="connsiteY5" fmla="*/ 1991697 h 5783096"/>
              <a:gd name="connsiteX6" fmla="*/ 2470122 w 5045662"/>
              <a:gd name="connsiteY6" fmla="*/ 0 h 5783096"/>
              <a:gd name="connsiteX7" fmla="*/ 5037208 w 5045662"/>
              <a:gd name="connsiteY7" fmla="*/ 1458369 h 5783096"/>
              <a:gd name="connsiteX8" fmla="*/ 5045662 w 5045662"/>
              <a:gd name="connsiteY8" fmla="*/ 4339769 h 5783096"/>
              <a:gd name="connsiteX9" fmla="*/ 2561576 w 5045662"/>
              <a:gd name="connsiteY9" fmla="*/ 5783096 h 5783096"/>
              <a:gd name="connsiteX10" fmla="*/ 24164 w 5045662"/>
              <a:gd name="connsiteY10" fmla="*/ 4354881 h 5783096"/>
              <a:gd name="connsiteX11" fmla="*/ 0 w 5045662"/>
              <a:gd name="connsiteY11" fmla="*/ 1453765 h 5783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045662" h="5783096">
                <a:moveTo>
                  <a:pt x="2523318" y="1092708"/>
                </a:moveTo>
                <a:lnTo>
                  <a:pt x="1083139" y="1991697"/>
                </a:lnTo>
                <a:lnTo>
                  <a:pt x="1083139" y="3787311"/>
                </a:lnTo>
                <a:lnTo>
                  <a:pt x="2523318" y="4686300"/>
                </a:lnTo>
                <a:lnTo>
                  <a:pt x="3963497" y="3787311"/>
                </a:lnTo>
                <a:lnTo>
                  <a:pt x="3963497" y="1991697"/>
                </a:lnTo>
                <a:close/>
                <a:moveTo>
                  <a:pt x="2470122" y="0"/>
                </a:moveTo>
                <a:lnTo>
                  <a:pt x="5037208" y="1458369"/>
                </a:lnTo>
                <a:cubicBezTo>
                  <a:pt x="5040026" y="2418836"/>
                  <a:pt x="5042844" y="3379302"/>
                  <a:pt x="5045662" y="4339769"/>
                </a:cubicBezTo>
                <a:lnTo>
                  <a:pt x="2561576" y="5783096"/>
                </a:lnTo>
                <a:lnTo>
                  <a:pt x="24164" y="4354881"/>
                </a:lnTo>
                <a:lnTo>
                  <a:pt x="0" y="1453765"/>
                </a:lnTo>
                <a:close/>
              </a:path>
            </a:pathLst>
          </a:custGeom>
        </p:spPr>
        <p:txBody>
          <a:bodyPr wrap="square" tIns="457200" rtlCol="0">
            <a:noAutofit/>
          </a:bodyPr>
          <a:lstStyle>
            <a:lvl1pPr marL="0" indent="0" algn="ctr">
              <a:buNone/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42BC57-1D8D-9F59-24F9-1E823227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</p:spPr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11" name="Marcador de posición del contenido 47">
            <a:extLst>
              <a:ext uri="{FF2B5EF4-FFF2-40B4-BE49-F238E27FC236}">
                <a16:creationId xmlns:a16="http://schemas.microsoft.com/office/drawing/2014/main" id="{561744A6-D3EA-42C3-8E71-3BB8BA1E6149}"/>
              </a:ext>
            </a:extLst>
          </p:cNvPr>
          <p:cNvSpPr>
            <a:spLocks noGrp="1"/>
          </p:cNvSpPr>
          <p:nvPr>
            <p:ph type="chart" sz="quarter" idx="27" hasCustomPrompt="1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</p:spPr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editar el estilo del texto patrón</a:t>
            </a:r>
            <a:endParaRPr lang="es-ES" alt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1C82179-6F61-D1EC-D800-74B748B37F0E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8803A51-0211-9F66-D20B-444BC94AA39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/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676827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con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arcador de título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0" name="Marcador de posición de tabla">
            <a:extLst>
              <a:ext uri="{FF2B5EF4-FFF2-40B4-BE49-F238E27FC236}">
                <a16:creationId xmlns:a16="http://schemas.microsoft.com/office/drawing/2014/main" id="{CFC5FF09-DE50-4155-81A0-5DD9B700F205}"/>
              </a:ext>
            </a:extLst>
          </p:cNvPr>
          <p:cNvSpPr>
            <a:spLocks noGrp="1"/>
          </p:cNvSpPr>
          <p:nvPr>
            <p:ph type="tbl" sz="quarter" idx="27" hasCustomPrompt="1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</p:spPr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editar el estilo del texto patrón</a:t>
            </a:r>
            <a:endParaRPr lang="es-ES" altLang="en-US"/>
          </a:p>
        </p:txBody>
      </p:sp>
      <p:sp>
        <p:nvSpPr>
          <p:cNvPr id="9" name="Forma libre: Forma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2" name="Forma libre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3" name="Forma libre: Forma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8BF58E95-E9E1-28E6-FB2F-DE80889223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79" y="1856195"/>
            <a:ext cx="4518122" cy="1688906"/>
          </a:xfrm>
        </p:spPr>
        <p:txBody>
          <a:bodyPr rtlCol="0" anchor="b">
            <a:noAutofit/>
          </a:bodyPr>
          <a:lstStyle>
            <a:lvl1pPr>
              <a:defRPr lang="es-ES" sz="2700">
                <a:latin typeface="+mn-lt"/>
              </a:defRPr>
            </a:lvl1pPr>
          </a:lstStyle>
          <a:p>
            <a:pPr rtl="0"/>
            <a:r>
              <a:rPr lang="es-ES"/>
              <a:t>Haga clic para editar el texto</a:t>
            </a:r>
          </a:p>
        </p:txBody>
      </p:sp>
      <p:sp>
        <p:nvSpPr>
          <p:cNvPr id="11" name="subtítulo 47">
            <a:extLst>
              <a:ext uri="{FF2B5EF4-FFF2-40B4-BE49-F238E27FC236}">
                <a16:creationId xmlns:a16="http://schemas.microsoft.com/office/drawing/2014/main" id="{3B45AD65-2B81-A368-E5F0-5C61D0B1DFE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es-ES" sz="1500" b="0">
                <a:solidFill>
                  <a:schemeClr val="accent4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4" name="Forma libre: Forma 5">
            <a:extLst>
              <a:ext uri="{FF2B5EF4-FFF2-40B4-BE49-F238E27FC236}">
                <a16:creationId xmlns:a16="http://schemas.microsoft.com/office/drawing/2014/main" id="{0CA4AA19-0D07-46AB-AC12-64054BBBB499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5" name="Forma libre: Forma 6">
            <a:extLst>
              <a:ext uri="{FF2B5EF4-FFF2-40B4-BE49-F238E27FC236}">
                <a16:creationId xmlns:a16="http://schemas.microsoft.com/office/drawing/2014/main" id="{DF781D9E-0DF5-4DDA-84E6-35DFB054158C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sz="1600" dirty="0"/>
          </a:p>
        </p:txBody>
      </p:sp>
      <p:sp>
        <p:nvSpPr>
          <p:cNvPr id="6" name="Forma libre: Forma 7">
            <a:extLst>
              <a:ext uri="{FF2B5EF4-FFF2-40B4-BE49-F238E27FC236}">
                <a16:creationId xmlns:a16="http://schemas.microsoft.com/office/drawing/2014/main" id="{86BA1075-E23C-4BC9-8F67-B2E408F864D2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sp>
        <p:nvSpPr>
          <p:cNvPr id="8" name="Forma libre: Forma 11">
            <a:extLst>
              <a:ext uri="{FF2B5EF4-FFF2-40B4-BE49-F238E27FC236}">
                <a16:creationId xmlns:a16="http://schemas.microsoft.com/office/drawing/2014/main" id="{B2A4CA75-D17E-243B-9C56-A63C75AF6D56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964077E-956B-EA3A-700F-A833D82341FE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8ED455D4-27F3-B6AD-2A20-7475F307E5E4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‹#›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25641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miembros del equi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rcador de título 4">
            <a:extLst>
              <a:ext uri="{FF2B5EF4-FFF2-40B4-BE49-F238E27FC236}">
                <a16:creationId xmlns:a16="http://schemas.microsoft.com/office/drawing/2014/main" id="{DCA6F28B-ACF1-D3CB-8968-4F64BEA0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60" name="Marcador de posición del contenido 47">
            <a:extLst>
              <a:ext uri="{FF2B5EF4-FFF2-40B4-BE49-F238E27FC236}">
                <a16:creationId xmlns:a16="http://schemas.microsoft.com/office/drawing/2014/main" id="{E2F72F6F-0172-47B0-8D9E-0EED383332E2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52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369DDD8-CFC2-4980-A0DB-411AA173B4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53" name="Marcador de posición del contenido 47">
            <a:extLst>
              <a:ext uri="{FF2B5EF4-FFF2-40B4-BE49-F238E27FC236}">
                <a16:creationId xmlns:a16="http://schemas.microsoft.com/office/drawing/2014/main" id="{B66AC261-5929-40D2-A646-8F16675DE38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61" name="Marcador de posición del contenido 47">
            <a:extLst>
              <a:ext uri="{FF2B5EF4-FFF2-40B4-BE49-F238E27FC236}">
                <a16:creationId xmlns:a16="http://schemas.microsoft.com/office/drawing/2014/main" id="{B33A9FB2-1610-4389-B352-D99255F77BEC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2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DEE851A8-3FB7-B319-A053-BE08A45763C5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2" name="Marcador de posición del contenido 47">
            <a:extLst>
              <a:ext uri="{FF2B5EF4-FFF2-40B4-BE49-F238E27FC236}">
                <a16:creationId xmlns:a16="http://schemas.microsoft.com/office/drawing/2014/main" id="{5743B59B-3EAA-B249-07CE-9C9C5B0B6AB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62" name="Marcador de posición del contenido 47">
            <a:extLst>
              <a:ext uri="{FF2B5EF4-FFF2-40B4-BE49-F238E27FC236}">
                <a16:creationId xmlns:a16="http://schemas.microsoft.com/office/drawing/2014/main" id="{0AC60B87-71AC-4AA8-9AE7-B3B427BACB12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1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110FBA5D-2CEB-4D44-16CA-0F24099B140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0" name="Marcador de posición del contenido 47">
            <a:extLst>
              <a:ext uri="{FF2B5EF4-FFF2-40B4-BE49-F238E27FC236}">
                <a16:creationId xmlns:a16="http://schemas.microsoft.com/office/drawing/2014/main" id="{2108E774-D145-FA07-58F1-7DB37A30A59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63" name="Marcador de posición del contenido 47">
            <a:extLst>
              <a:ext uri="{FF2B5EF4-FFF2-40B4-BE49-F238E27FC236}">
                <a16:creationId xmlns:a16="http://schemas.microsoft.com/office/drawing/2014/main" id="{05B25D7D-82BA-4FF5-9C92-4AD18184751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 anchor="ctr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2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A9C2624B-E6E6-C673-E8FF-F4BF909C3AC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A003837A-CCD7-3699-D86F-CB884CA4C67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89028585-56FF-7B3D-783D-D06964F7C099}"/>
              </a:ext>
            </a:extLst>
          </p:cNvPr>
          <p:cNvSpPr>
            <a:spLocks noGrp="1"/>
          </p:cNvSpPr>
          <p:nvPr>
            <p:ph type="ftr" sz="quarter" idx="58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D090978-DDC9-0FA2-2CFD-733C8B854F3C}"/>
              </a:ext>
            </a:extLst>
          </p:cNvPr>
          <p:cNvSpPr>
            <a:spLocks noGrp="1"/>
          </p:cNvSpPr>
          <p:nvPr>
            <p:ph type="sldNum" sz="quarter" idx="59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26368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miembros del equi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B92FA2A-46BA-2A19-C3CE-EC6985867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</p:spPr>
        <p:txBody>
          <a:bodyPr rtlCol="0" anchor="t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BF9EDF7D-3BB1-43C0-92BB-091CCC520477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426979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15896C2C-7C25-4BC0-AF9B-DF590A2909A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CAC554EF-FF8F-4055-A716-E82F461413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lang="es-ES" sz="1400" b="0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56" name="Marcador de posición del contenido 47">
            <a:extLst>
              <a:ext uri="{FF2B5EF4-FFF2-40B4-BE49-F238E27FC236}">
                <a16:creationId xmlns:a16="http://schemas.microsoft.com/office/drawing/2014/main" id="{4F0742C0-A9F2-4886-B17E-6915399483C3}"/>
              </a:ext>
            </a:extLst>
          </p:cNvPr>
          <p:cNvSpPr>
            <a:spLocks noGrp="1"/>
          </p:cNvSpPr>
          <p:nvPr>
            <p:ph type="pic" sz="quarter" idx="72"/>
          </p:nvPr>
        </p:nvSpPr>
        <p:spPr>
          <a:xfrm>
            <a:off x="805991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CE3DC674-39AB-43B9-AC30-97A68D22159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F12189CA-0E22-41A5-91FD-03761860993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8" name="Marcador de posición del contenido 47">
            <a:extLst>
              <a:ext uri="{FF2B5EF4-FFF2-40B4-BE49-F238E27FC236}">
                <a16:creationId xmlns:a16="http://schemas.microsoft.com/office/drawing/2014/main" id="{A962C62E-F92F-445A-9243-8B433747A548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426979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DE6F9463-BB2D-43FC-BE8F-21D3F9A2539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7DF27694-08A2-4530-B763-5A9B9D4DC6E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61" name="Marcador de posición del contenido 47">
            <a:extLst>
              <a:ext uri="{FF2B5EF4-FFF2-40B4-BE49-F238E27FC236}">
                <a16:creationId xmlns:a16="http://schemas.microsoft.com/office/drawing/2014/main" id="{2EA753B3-D0BB-4484-85D1-E28345D99F4C}"/>
              </a:ext>
            </a:extLst>
          </p:cNvPr>
          <p:cNvSpPr>
            <a:spLocks noGrp="1"/>
          </p:cNvSpPr>
          <p:nvPr>
            <p:ph type="pic" sz="quarter" idx="73"/>
          </p:nvPr>
        </p:nvSpPr>
        <p:spPr>
          <a:xfrm>
            <a:off x="805991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 dirty="0"/>
          </a:p>
        </p:txBody>
      </p:sp>
      <p:sp>
        <p:nvSpPr>
          <p:cNvPr id="4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0398AA4-3D68-487D-BE7C-9F1D45E3F5FF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6" name="Marcador de posición del contenido 47">
            <a:extLst>
              <a:ext uri="{FF2B5EF4-FFF2-40B4-BE49-F238E27FC236}">
                <a16:creationId xmlns:a16="http://schemas.microsoft.com/office/drawing/2014/main" id="{6B623D7A-5E96-42AB-9B1F-14E445503187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9" name="Marcador de posición del contenido 47">
            <a:extLst>
              <a:ext uri="{FF2B5EF4-FFF2-40B4-BE49-F238E27FC236}">
                <a16:creationId xmlns:a16="http://schemas.microsoft.com/office/drawing/2014/main" id="{EAA5B0EA-1F3B-4D8B-9BB9-F9037A393705}"/>
              </a:ext>
            </a:extLst>
          </p:cNvPr>
          <p:cNvSpPr>
            <a:spLocks noGrp="1"/>
          </p:cNvSpPr>
          <p:nvPr>
            <p:ph type="pic" sz="quarter" idx="70"/>
          </p:nvPr>
        </p:nvSpPr>
        <p:spPr>
          <a:xfrm>
            <a:off x="426979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C93687D-1E42-4B01-9F16-9FA098CE115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50" name="Marcador de posición del contenido 47">
            <a:extLst>
              <a:ext uri="{FF2B5EF4-FFF2-40B4-BE49-F238E27FC236}">
                <a16:creationId xmlns:a16="http://schemas.microsoft.com/office/drawing/2014/main" id="{7AB91474-458B-45F7-9773-FA375C2CF7F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62" name="Marcador de posición del contenido 47">
            <a:extLst>
              <a:ext uri="{FF2B5EF4-FFF2-40B4-BE49-F238E27FC236}">
                <a16:creationId xmlns:a16="http://schemas.microsoft.com/office/drawing/2014/main" id="{52E587E7-A09A-4FB2-8774-8073E737F106}"/>
              </a:ext>
            </a:extLst>
          </p:cNvPr>
          <p:cNvSpPr>
            <a:spLocks noGrp="1"/>
          </p:cNvSpPr>
          <p:nvPr>
            <p:ph type="pic" sz="quarter" idx="74"/>
          </p:nvPr>
        </p:nvSpPr>
        <p:spPr>
          <a:xfrm>
            <a:off x="805991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5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FBF01DC7-D684-4484-B2AA-B50F7B1A00D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52" name="Marcador de posición del contenido 47">
            <a:extLst>
              <a:ext uri="{FF2B5EF4-FFF2-40B4-BE49-F238E27FC236}">
                <a16:creationId xmlns:a16="http://schemas.microsoft.com/office/drawing/2014/main" id="{6046C90F-8A25-4E70-9BC9-4496C6B94EB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55" name="Marcador de posición del contenido 47">
            <a:extLst>
              <a:ext uri="{FF2B5EF4-FFF2-40B4-BE49-F238E27FC236}">
                <a16:creationId xmlns:a16="http://schemas.microsoft.com/office/drawing/2014/main" id="{D05B9A22-6B21-40BB-BBC1-9586C432A97B}"/>
              </a:ext>
            </a:extLst>
          </p:cNvPr>
          <p:cNvSpPr>
            <a:spLocks noGrp="1"/>
          </p:cNvSpPr>
          <p:nvPr>
            <p:ph type="pic" sz="quarter" idx="71"/>
          </p:nvPr>
        </p:nvSpPr>
        <p:spPr>
          <a:xfrm>
            <a:off x="426979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5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F5E2B418-8D0E-4995-A3ED-4348C6F4A1AF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58" name="Marcador de posición del contenido 47">
            <a:extLst>
              <a:ext uri="{FF2B5EF4-FFF2-40B4-BE49-F238E27FC236}">
                <a16:creationId xmlns:a16="http://schemas.microsoft.com/office/drawing/2014/main" id="{90A2A6E4-4D11-4F28-9D68-BC28580EBC0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63" name="Marcador de posición del contenido 47">
            <a:extLst>
              <a:ext uri="{FF2B5EF4-FFF2-40B4-BE49-F238E27FC236}">
                <a16:creationId xmlns:a16="http://schemas.microsoft.com/office/drawing/2014/main" id="{A74DEBE4-2F74-4EB7-9501-8D37A3151B2A}"/>
              </a:ext>
            </a:extLst>
          </p:cNvPr>
          <p:cNvSpPr>
            <a:spLocks noGrp="1"/>
          </p:cNvSpPr>
          <p:nvPr>
            <p:ph type="pic" sz="quarter" idx="75"/>
          </p:nvPr>
        </p:nvSpPr>
        <p:spPr>
          <a:xfrm>
            <a:off x="805991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5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070D69EE-1032-4604-B201-FD13AE846E9E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60" name="Marcador de posición del contenido 47">
            <a:extLst>
              <a:ext uri="{FF2B5EF4-FFF2-40B4-BE49-F238E27FC236}">
                <a16:creationId xmlns:a16="http://schemas.microsoft.com/office/drawing/2014/main" id="{B65187B8-CD7A-46B0-A851-E2456586E758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964988-2386-5A15-B085-00BD5D58E53C}"/>
              </a:ext>
            </a:extLst>
          </p:cNvPr>
          <p:cNvSpPr>
            <a:spLocks noGrp="1"/>
          </p:cNvSpPr>
          <p:nvPr>
            <p:ph type="ftr" sz="quarter" idx="76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2CC095-C330-BF75-42CE-50A46EAD82C5}"/>
              </a:ext>
            </a:extLst>
          </p:cNvPr>
          <p:cNvSpPr>
            <a:spLocks noGrp="1"/>
          </p:cNvSpPr>
          <p:nvPr>
            <p:ph type="sldNum" sz="quarter" idx="77"/>
          </p:nvPr>
        </p:nvSpPr>
        <p:spPr/>
        <p:txBody>
          <a:bodyPr rtlCol="0">
            <a:noAutofit/>
          </a:bodyPr>
          <a:lstStyle>
            <a:lvl1pPr>
              <a:defRPr lang="es-ES" b="0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743117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as con 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5" name="Forma libre: Forma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Forma libre: Forma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7" name="Forma libre: Forma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3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6" name="Marcador de posición del contenido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1" name="Marcador de posición del contenido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3" name="Marcador de posición del contenido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45" name="Marcador de posición del contenido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25" name="Marcador de título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693317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0" name="Marcador de posición del contenido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1" name="Marcador de posición del contenido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Marcador de posición del contenido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4" name="Marcador de título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25" name="Marcador de posición del contenido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8" name="Marcador de posición del contenido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9" name="Marcador de posición del contenido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‹#›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6498592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cala de ti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Forma libre: Forma 25">
            <a:extLst>
              <a:ext uri="{FF2B5EF4-FFF2-40B4-BE49-F238E27FC236}">
                <a16:creationId xmlns:a16="http://schemas.microsoft.com/office/drawing/2014/main" id="{D61EE2E4-C5DD-4944-B70C-8F0A3F741A59}"/>
              </a:ext>
            </a:extLst>
          </p:cNvPr>
          <p:cNvSpPr/>
          <p:nvPr userDrawn="1"/>
        </p:nvSpPr>
        <p:spPr>
          <a:xfrm>
            <a:off x="1295508" y="3039919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7" name="Forma libre: Forma 26">
            <a:extLst>
              <a:ext uri="{FF2B5EF4-FFF2-40B4-BE49-F238E27FC236}">
                <a16:creationId xmlns:a16="http://schemas.microsoft.com/office/drawing/2014/main" id="{91FA36A8-94E8-4069-B957-F7145D77BD5F}"/>
              </a:ext>
            </a:extLst>
          </p:cNvPr>
          <p:cNvSpPr/>
          <p:nvPr userDrawn="1"/>
        </p:nvSpPr>
        <p:spPr>
          <a:xfrm>
            <a:off x="3670763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8" name="Forma libre: Forma 27">
            <a:extLst>
              <a:ext uri="{FF2B5EF4-FFF2-40B4-BE49-F238E27FC236}">
                <a16:creationId xmlns:a16="http://schemas.microsoft.com/office/drawing/2014/main" id="{7D38D67C-B6B8-4EB2-BC07-4A8128F44D16}"/>
              </a:ext>
            </a:extLst>
          </p:cNvPr>
          <p:cNvSpPr/>
          <p:nvPr userDrawn="1"/>
        </p:nvSpPr>
        <p:spPr>
          <a:xfrm>
            <a:off x="4865676" y="3722308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9" name="Forma libre: Forma 28">
            <a:extLst>
              <a:ext uri="{FF2B5EF4-FFF2-40B4-BE49-F238E27FC236}">
                <a16:creationId xmlns:a16="http://schemas.microsoft.com/office/drawing/2014/main" id="{6B2E4C8C-D96E-4A66-A3D2-3580DACCF801}"/>
              </a:ext>
            </a:extLst>
          </p:cNvPr>
          <p:cNvSpPr/>
          <p:nvPr userDrawn="1"/>
        </p:nvSpPr>
        <p:spPr>
          <a:xfrm>
            <a:off x="7245668" y="3725411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0" name="Forma libre: Forma 29">
            <a:extLst>
              <a:ext uri="{FF2B5EF4-FFF2-40B4-BE49-F238E27FC236}">
                <a16:creationId xmlns:a16="http://schemas.microsoft.com/office/drawing/2014/main" id="{74E0B8B0-45C7-4733-BBDC-B82F9307E431}"/>
              </a:ext>
            </a:extLst>
          </p:cNvPr>
          <p:cNvSpPr/>
          <p:nvPr userDrawn="1"/>
        </p:nvSpPr>
        <p:spPr>
          <a:xfrm>
            <a:off x="8440729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1" name="Forma libre: Forma 30">
            <a:extLst>
              <a:ext uri="{FF2B5EF4-FFF2-40B4-BE49-F238E27FC236}">
                <a16:creationId xmlns:a16="http://schemas.microsoft.com/office/drawing/2014/main" id="{F0BBECC2-631C-4C53-A9E8-6C87D48A3B01}"/>
              </a:ext>
            </a:extLst>
          </p:cNvPr>
          <p:cNvSpPr/>
          <p:nvPr userDrawn="1"/>
        </p:nvSpPr>
        <p:spPr>
          <a:xfrm>
            <a:off x="1274779" y="1667026"/>
            <a:ext cx="7152768" cy="2736950"/>
          </a:xfrm>
          <a:custGeom>
            <a:avLst/>
            <a:gdLst>
              <a:gd name="connsiteX0" fmla="*/ 0 w 5958191"/>
              <a:gd name="connsiteY0" fmla="*/ 2052536 h 2733472"/>
              <a:gd name="connsiteX1" fmla="*/ 1186774 w 5958191"/>
              <a:gd name="connsiteY1" fmla="*/ 1361872 h 2733472"/>
              <a:gd name="connsiteX2" fmla="*/ 2368685 w 5958191"/>
              <a:gd name="connsiteY2" fmla="*/ 2057400 h 2733472"/>
              <a:gd name="connsiteX3" fmla="*/ 2378413 w 5958191"/>
              <a:gd name="connsiteY3" fmla="*/ 690664 h 2733472"/>
              <a:gd name="connsiteX4" fmla="*/ 3570051 w 5958191"/>
              <a:gd name="connsiteY4" fmla="*/ 0 h 2733472"/>
              <a:gd name="connsiteX5" fmla="*/ 4761689 w 5958191"/>
              <a:gd name="connsiteY5" fmla="*/ 680936 h 2733472"/>
              <a:gd name="connsiteX6" fmla="*/ 4756825 w 5958191"/>
              <a:gd name="connsiteY6" fmla="*/ 2052536 h 2733472"/>
              <a:gd name="connsiteX7" fmla="*/ 5958191 w 5958191"/>
              <a:gd name="connsiteY7" fmla="*/ 2733472 h 2733472"/>
              <a:gd name="connsiteX8" fmla="*/ 5958191 w 5958191"/>
              <a:gd name="connsiteY8" fmla="*/ 2733472 h 2733472"/>
              <a:gd name="connsiteX0" fmla="*/ 0 w 7159557"/>
              <a:gd name="connsiteY0" fmla="*/ 2052536 h 2733472"/>
              <a:gd name="connsiteX1" fmla="*/ 1186774 w 7159557"/>
              <a:gd name="connsiteY1" fmla="*/ 1361872 h 2733472"/>
              <a:gd name="connsiteX2" fmla="*/ 2368685 w 7159557"/>
              <a:gd name="connsiteY2" fmla="*/ 2057400 h 2733472"/>
              <a:gd name="connsiteX3" fmla="*/ 2378413 w 7159557"/>
              <a:gd name="connsiteY3" fmla="*/ 690664 h 2733472"/>
              <a:gd name="connsiteX4" fmla="*/ 3570051 w 7159557"/>
              <a:gd name="connsiteY4" fmla="*/ 0 h 2733472"/>
              <a:gd name="connsiteX5" fmla="*/ 4761689 w 7159557"/>
              <a:gd name="connsiteY5" fmla="*/ 680936 h 2733472"/>
              <a:gd name="connsiteX6" fmla="*/ 4756825 w 7159557"/>
              <a:gd name="connsiteY6" fmla="*/ 2052536 h 2733472"/>
              <a:gd name="connsiteX7" fmla="*/ 5958191 w 7159557"/>
              <a:gd name="connsiteY7" fmla="*/ 2733472 h 2733472"/>
              <a:gd name="connsiteX8" fmla="*/ 7159557 w 7159557"/>
              <a:gd name="connsiteY8" fmla="*/ 2067128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62264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7400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2536 h 2733472"/>
              <a:gd name="connsiteX0" fmla="*/ 0 w 7159556"/>
              <a:gd name="connsiteY0" fmla="*/ 2052536 h 2733472"/>
              <a:gd name="connsiteX1" fmla="*/ 1186774 w 7159556"/>
              <a:gd name="connsiteY1" fmla="*/ 1361872 h 2733472"/>
              <a:gd name="connsiteX2" fmla="*/ 2368685 w 7159556"/>
              <a:gd name="connsiteY2" fmla="*/ 2057400 h 2733472"/>
              <a:gd name="connsiteX3" fmla="*/ 2378413 w 7159556"/>
              <a:gd name="connsiteY3" fmla="*/ 690664 h 2733472"/>
              <a:gd name="connsiteX4" fmla="*/ 3570051 w 7159556"/>
              <a:gd name="connsiteY4" fmla="*/ 0 h 2733472"/>
              <a:gd name="connsiteX5" fmla="*/ 4761689 w 7159556"/>
              <a:gd name="connsiteY5" fmla="*/ 680936 h 2733472"/>
              <a:gd name="connsiteX6" fmla="*/ 4756825 w 7159556"/>
              <a:gd name="connsiteY6" fmla="*/ 2052536 h 2733472"/>
              <a:gd name="connsiteX7" fmla="*/ 5958191 w 7159556"/>
              <a:gd name="connsiteY7" fmla="*/ 2733472 h 2733472"/>
              <a:gd name="connsiteX8" fmla="*/ 7159556 w 7159556"/>
              <a:gd name="connsiteY8" fmla="*/ 2052536 h 2733472"/>
              <a:gd name="connsiteX0" fmla="*/ 0 w 7145649"/>
              <a:gd name="connsiteY0" fmla="*/ 2049060 h 2733472"/>
              <a:gd name="connsiteX1" fmla="*/ 1172867 w 7145649"/>
              <a:gd name="connsiteY1" fmla="*/ 1361872 h 2733472"/>
              <a:gd name="connsiteX2" fmla="*/ 2354778 w 7145649"/>
              <a:gd name="connsiteY2" fmla="*/ 2057400 h 2733472"/>
              <a:gd name="connsiteX3" fmla="*/ 2364506 w 7145649"/>
              <a:gd name="connsiteY3" fmla="*/ 690664 h 2733472"/>
              <a:gd name="connsiteX4" fmla="*/ 3556144 w 7145649"/>
              <a:gd name="connsiteY4" fmla="*/ 0 h 2733472"/>
              <a:gd name="connsiteX5" fmla="*/ 4747782 w 7145649"/>
              <a:gd name="connsiteY5" fmla="*/ 680936 h 2733472"/>
              <a:gd name="connsiteX6" fmla="*/ 4742918 w 7145649"/>
              <a:gd name="connsiteY6" fmla="*/ 2052536 h 2733472"/>
              <a:gd name="connsiteX7" fmla="*/ 5944284 w 7145649"/>
              <a:gd name="connsiteY7" fmla="*/ 2733472 h 2733472"/>
              <a:gd name="connsiteX8" fmla="*/ 7145649 w 714564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61872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1731 w 7156079"/>
              <a:gd name="connsiteY2" fmla="*/ 2029586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82592 w 7156079"/>
              <a:gd name="connsiteY2" fmla="*/ 2033063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4936 w 7156079"/>
              <a:gd name="connsiteY3" fmla="*/ 71847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1460 w 7156079"/>
              <a:gd name="connsiteY3" fmla="*/ 70804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1460 w 7156079"/>
              <a:gd name="connsiteY3" fmla="*/ 680234 h 2733472"/>
              <a:gd name="connsiteX4" fmla="*/ 3573527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7 h 2761287"/>
              <a:gd name="connsiteX1" fmla="*/ 1183297 w 7156079"/>
              <a:gd name="connsiteY1" fmla="*/ 1372303 h 2761287"/>
              <a:gd name="connsiteX2" fmla="*/ 2372162 w 7156079"/>
              <a:gd name="connsiteY2" fmla="*/ 2053925 h 2761287"/>
              <a:gd name="connsiteX3" fmla="*/ 2371460 w 7156079"/>
              <a:gd name="connsiteY3" fmla="*/ 708049 h 2761287"/>
              <a:gd name="connsiteX4" fmla="*/ 3563096 w 7156079"/>
              <a:gd name="connsiteY4" fmla="*/ 0 h 2761287"/>
              <a:gd name="connsiteX5" fmla="*/ 4758212 w 7156079"/>
              <a:gd name="connsiteY5" fmla="*/ 708751 h 2761287"/>
              <a:gd name="connsiteX6" fmla="*/ 4753348 w 7156079"/>
              <a:gd name="connsiteY6" fmla="*/ 2080351 h 2761287"/>
              <a:gd name="connsiteX7" fmla="*/ 5954714 w 7156079"/>
              <a:gd name="connsiteY7" fmla="*/ 2761287 h 2761287"/>
              <a:gd name="connsiteX8" fmla="*/ 7156079 w 7156079"/>
              <a:gd name="connsiteY8" fmla="*/ 2080351 h 2761287"/>
              <a:gd name="connsiteX0" fmla="*/ 0 w 7156079"/>
              <a:gd name="connsiteY0" fmla="*/ 2045583 h 2743903"/>
              <a:gd name="connsiteX1" fmla="*/ 1183297 w 7156079"/>
              <a:gd name="connsiteY1" fmla="*/ 1354919 h 2743903"/>
              <a:gd name="connsiteX2" fmla="*/ 2372162 w 7156079"/>
              <a:gd name="connsiteY2" fmla="*/ 2036541 h 2743903"/>
              <a:gd name="connsiteX3" fmla="*/ 2371460 w 7156079"/>
              <a:gd name="connsiteY3" fmla="*/ 690665 h 2743903"/>
              <a:gd name="connsiteX4" fmla="*/ 3563096 w 7156079"/>
              <a:gd name="connsiteY4" fmla="*/ 0 h 2743903"/>
              <a:gd name="connsiteX5" fmla="*/ 4758212 w 7156079"/>
              <a:gd name="connsiteY5" fmla="*/ 691367 h 2743903"/>
              <a:gd name="connsiteX6" fmla="*/ 4753348 w 7156079"/>
              <a:gd name="connsiteY6" fmla="*/ 2062967 h 2743903"/>
              <a:gd name="connsiteX7" fmla="*/ 5954714 w 7156079"/>
              <a:gd name="connsiteY7" fmla="*/ 2743903 h 2743903"/>
              <a:gd name="connsiteX8" fmla="*/ 7156079 w 7156079"/>
              <a:gd name="connsiteY8" fmla="*/ 2062967 h 2743903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8212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42917 w 7156079"/>
              <a:gd name="connsiteY6" fmla="*/ 2062967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62967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60301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6014 h 2736950"/>
              <a:gd name="connsiteX0" fmla="*/ 0 w 7124788"/>
              <a:gd name="connsiteY0" fmla="*/ 2052537 h 2736950"/>
              <a:gd name="connsiteX1" fmla="*/ 1183297 w 7124788"/>
              <a:gd name="connsiteY1" fmla="*/ 1361873 h 2736950"/>
              <a:gd name="connsiteX2" fmla="*/ 2372162 w 7124788"/>
              <a:gd name="connsiteY2" fmla="*/ 2043495 h 2736950"/>
              <a:gd name="connsiteX3" fmla="*/ 2371460 w 7124788"/>
              <a:gd name="connsiteY3" fmla="*/ 697619 h 2736950"/>
              <a:gd name="connsiteX4" fmla="*/ 3559620 w 7124788"/>
              <a:gd name="connsiteY4" fmla="*/ 0 h 2736950"/>
              <a:gd name="connsiteX5" fmla="*/ 4751259 w 7124788"/>
              <a:gd name="connsiteY5" fmla="*/ 698321 h 2736950"/>
              <a:gd name="connsiteX6" fmla="*/ 4742917 w 7124788"/>
              <a:gd name="connsiteY6" fmla="*/ 2052536 h 2736950"/>
              <a:gd name="connsiteX7" fmla="*/ 5954714 w 7124788"/>
              <a:gd name="connsiteY7" fmla="*/ 2736950 h 2736950"/>
              <a:gd name="connsiteX8" fmla="*/ 7124788 w 7124788"/>
              <a:gd name="connsiteY8" fmla="*/ 2045583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67128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59537"/>
              <a:gd name="connsiteY0" fmla="*/ 2062264 h 2736950"/>
              <a:gd name="connsiteX1" fmla="*/ 1207616 w 7159537"/>
              <a:gd name="connsiteY1" fmla="*/ 1361873 h 2736950"/>
              <a:gd name="connsiteX2" fmla="*/ 2400389 w 7159537"/>
              <a:gd name="connsiteY2" fmla="*/ 2055218 h 2736950"/>
              <a:gd name="connsiteX3" fmla="*/ 2395779 w 7159537"/>
              <a:gd name="connsiteY3" fmla="*/ 697619 h 2736950"/>
              <a:gd name="connsiteX4" fmla="*/ 3583939 w 7159537"/>
              <a:gd name="connsiteY4" fmla="*/ 0 h 2736950"/>
              <a:gd name="connsiteX5" fmla="*/ 4775578 w 7159537"/>
              <a:gd name="connsiteY5" fmla="*/ 698321 h 2736950"/>
              <a:gd name="connsiteX6" fmla="*/ 4767236 w 7159537"/>
              <a:gd name="connsiteY6" fmla="*/ 2052536 h 2736950"/>
              <a:gd name="connsiteX7" fmla="*/ 5979033 w 7159537"/>
              <a:gd name="connsiteY7" fmla="*/ 2736950 h 2736950"/>
              <a:gd name="connsiteX8" fmla="*/ 7159537 w 7159537"/>
              <a:gd name="connsiteY8" fmla="*/ 2052536 h 2736950"/>
              <a:gd name="connsiteX0" fmla="*/ 0 w 7149809"/>
              <a:gd name="connsiteY0" fmla="*/ 2071991 h 2736950"/>
              <a:gd name="connsiteX1" fmla="*/ 1197888 w 7149809"/>
              <a:gd name="connsiteY1" fmla="*/ 1361873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22208 w 7149809"/>
              <a:gd name="connsiteY1" fmla="*/ 1357009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582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4745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52768"/>
              <a:gd name="connsiteY0" fmla="*/ 2063113 h 2736950"/>
              <a:gd name="connsiteX1" fmla="*/ 1197659 w 7152768"/>
              <a:gd name="connsiteY1" fmla="*/ 1371385 h 2736950"/>
              <a:gd name="connsiteX2" fmla="*/ 2393620 w 7152768"/>
              <a:gd name="connsiteY2" fmla="*/ 2055218 h 2736950"/>
              <a:gd name="connsiteX3" fmla="*/ 2389010 w 7152768"/>
              <a:gd name="connsiteY3" fmla="*/ 697619 h 2736950"/>
              <a:gd name="connsiteX4" fmla="*/ 3577170 w 7152768"/>
              <a:gd name="connsiteY4" fmla="*/ 0 h 2736950"/>
              <a:gd name="connsiteX5" fmla="*/ 4773889 w 7152768"/>
              <a:gd name="connsiteY5" fmla="*/ 698321 h 2736950"/>
              <a:gd name="connsiteX6" fmla="*/ 4760467 w 7152768"/>
              <a:gd name="connsiteY6" fmla="*/ 2047456 h 2736950"/>
              <a:gd name="connsiteX7" fmla="*/ 5972264 w 7152768"/>
              <a:gd name="connsiteY7" fmla="*/ 2736950 h 2736950"/>
              <a:gd name="connsiteX8" fmla="*/ 7152768 w 7152768"/>
              <a:gd name="connsiteY8" fmla="*/ 2052536 h 2736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52768" h="273695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2" name="Forma libre: Forma 31">
            <a:extLst>
              <a:ext uri="{FF2B5EF4-FFF2-40B4-BE49-F238E27FC236}">
                <a16:creationId xmlns:a16="http://schemas.microsoft.com/office/drawing/2014/main" id="{274DD645-8640-45D5-9B60-F31EC01D3CC0}"/>
              </a:ext>
            </a:extLst>
          </p:cNvPr>
          <p:cNvSpPr/>
          <p:nvPr userDrawn="1"/>
        </p:nvSpPr>
        <p:spPr>
          <a:xfrm>
            <a:off x="8440979" y="1677475"/>
            <a:ext cx="2373549" cy="2062264"/>
          </a:xfrm>
          <a:custGeom>
            <a:avLst/>
            <a:gdLst>
              <a:gd name="connsiteX0" fmla="*/ 2373549 w 2373549"/>
              <a:gd name="connsiteY0" fmla="*/ 680936 h 2062264"/>
              <a:gd name="connsiteX1" fmla="*/ 1186774 w 2373549"/>
              <a:gd name="connsiteY1" fmla="*/ 0 h 2062264"/>
              <a:gd name="connsiteX2" fmla="*/ 0 w 2373549"/>
              <a:gd name="connsiteY2" fmla="*/ 690664 h 2062264"/>
              <a:gd name="connsiteX3" fmla="*/ 0 w 2373549"/>
              <a:gd name="connsiteY3" fmla="*/ 2062264 h 2062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73549" h="2062264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3" name="Forma libre: Forma 34">
            <a:extLst>
              <a:ext uri="{FF2B5EF4-FFF2-40B4-BE49-F238E27FC236}">
                <a16:creationId xmlns:a16="http://schemas.microsoft.com/office/drawing/2014/main" id="{71C09F09-7119-47FD-8E60-E4A92C9A3119}"/>
              </a:ext>
            </a:extLst>
          </p:cNvPr>
          <p:cNvSpPr/>
          <p:nvPr userDrawn="1"/>
        </p:nvSpPr>
        <p:spPr>
          <a:xfrm flipH="1">
            <a:off x="10715501" y="2243467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4" name="Forma libre: Forma 45">
            <a:extLst>
              <a:ext uri="{FF2B5EF4-FFF2-40B4-BE49-F238E27FC236}">
                <a16:creationId xmlns:a16="http://schemas.microsoft.com/office/drawing/2014/main" id="{E99BCE04-19B9-4541-925F-AC59CF760E7F}"/>
              </a:ext>
            </a:extLst>
          </p:cNvPr>
          <p:cNvSpPr/>
          <p:nvPr userDrawn="1"/>
        </p:nvSpPr>
        <p:spPr>
          <a:xfrm flipH="1">
            <a:off x="9534557" y="1571099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5" name="Forma libre: Forma 46">
            <a:extLst>
              <a:ext uri="{FF2B5EF4-FFF2-40B4-BE49-F238E27FC236}">
                <a16:creationId xmlns:a16="http://schemas.microsoft.com/office/drawing/2014/main" id="{F2B610BB-26F6-44A5-B7DB-CEEDCAE916ED}"/>
              </a:ext>
            </a:extLst>
          </p:cNvPr>
          <p:cNvSpPr/>
          <p:nvPr userDrawn="1"/>
        </p:nvSpPr>
        <p:spPr>
          <a:xfrm flipH="1">
            <a:off x="8328171" y="2258376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6" name="Forma libre: Forma 47">
            <a:extLst>
              <a:ext uri="{FF2B5EF4-FFF2-40B4-BE49-F238E27FC236}">
                <a16:creationId xmlns:a16="http://schemas.microsoft.com/office/drawing/2014/main" id="{C979636C-DE09-47B7-8972-BAE28DFA91DF}"/>
              </a:ext>
            </a:extLst>
          </p:cNvPr>
          <p:cNvSpPr/>
          <p:nvPr userDrawn="1"/>
        </p:nvSpPr>
        <p:spPr>
          <a:xfrm flipH="1">
            <a:off x="8333460" y="361085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7" name="Forma libre: Forma 48">
            <a:extLst>
              <a:ext uri="{FF2B5EF4-FFF2-40B4-BE49-F238E27FC236}">
                <a16:creationId xmlns:a16="http://schemas.microsoft.com/office/drawing/2014/main" id="{01B12467-C508-4D89-94B3-6D23C6199703}"/>
              </a:ext>
            </a:extLst>
          </p:cNvPr>
          <p:cNvSpPr/>
          <p:nvPr userDrawn="1"/>
        </p:nvSpPr>
        <p:spPr>
          <a:xfrm flipH="1">
            <a:off x="7146016" y="429086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8" name="Forma libre: Forma 49">
            <a:extLst>
              <a:ext uri="{FF2B5EF4-FFF2-40B4-BE49-F238E27FC236}">
                <a16:creationId xmlns:a16="http://schemas.microsoft.com/office/drawing/2014/main" id="{9EA72422-90A8-454F-8133-112CD2B85BEA}"/>
              </a:ext>
            </a:extLst>
          </p:cNvPr>
          <p:cNvSpPr/>
          <p:nvPr userDrawn="1"/>
        </p:nvSpPr>
        <p:spPr>
          <a:xfrm flipH="1">
            <a:off x="5937847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9" name="Forma libre: Forma 50">
            <a:extLst>
              <a:ext uri="{FF2B5EF4-FFF2-40B4-BE49-F238E27FC236}">
                <a16:creationId xmlns:a16="http://schemas.microsoft.com/office/drawing/2014/main" id="{3C67727D-D0D9-4CA6-99EE-0B89D465A706}"/>
              </a:ext>
            </a:extLst>
          </p:cNvPr>
          <p:cNvSpPr/>
          <p:nvPr userDrawn="1"/>
        </p:nvSpPr>
        <p:spPr>
          <a:xfrm flipH="1">
            <a:off x="5951993" y="225130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0" name="Forma libre: Forma 51">
            <a:extLst>
              <a:ext uri="{FF2B5EF4-FFF2-40B4-BE49-F238E27FC236}">
                <a16:creationId xmlns:a16="http://schemas.microsoft.com/office/drawing/2014/main" id="{C88A67D0-B01F-4CC8-B248-2CF85911F456}"/>
              </a:ext>
            </a:extLst>
          </p:cNvPr>
          <p:cNvSpPr/>
          <p:nvPr userDrawn="1"/>
        </p:nvSpPr>
        <p:spPr>
          <a:xfrm flipH="1">
            <a:off x="4778156" y="1565771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1" name="Forma libre: Forma 52">
            <a:extLst>
              <a:ext uri="{FF2B5EF4-FFF2-40B4-BE49-F238E27FC236}">
                <a16:creationId xmlns:a16="http://schemas.microsoft.com/office/drawing/2014/main" id="{DBF6CA39-E979-4287-833E-20A9B455F7D6}"/>
              </a:ext>
            </a:extLst>
          </p:cNvPr>
          <p:cNvSpPr/>
          <p:nvPr userDrawn="1"/>
        </p:nvSpPr>
        <p:spPr>
          <a:xfrm flipH="1">
            <a:off x="3565843" y="2247823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2" name="Forma libre: Forma 53">
            <a:extLst>
              <a:ext uri="{FF2B5EF4-FFF2-40B4-BE49-F238E27FC236}">
                <a16:creationId xmlns:a16="http://schemas.microsoft.com/office/drawing/2014/main" id="{9EAA4E60-7510-4920-A426-5630491CFAC2}"/>
              </a:ext>
            </a:extLst>
          </p:cNvPr>
          <p:cNvSpPr/>
          <p:nvPr userDrawn="1"/>
        </p:nvSpPr>
        <p:spPr>
          <a:xfrm flipH="1">
            <a:off x="3565952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3" name="Forma libre: Forma 54">
            <a:extLst>
              <a:ext uri="{FF2B5EF4-FFF2-40B4-BE49-F238E27FC236}">
                <a16:creationId xmlns:a16="http://schemas.microsoft.com/office/drawing/2014/main" id="{322F7ECD-1942-42EE-B5E0-FC1E0206BFFD}"/>
              </a:ext>
            </a:extLst>
          </p:cNvPr>
          <p:cNvSpPr/>
          <p:nvPr userDrawn="1"/>
        </p:nvSpPr>
        <p:spPr>
          <a:xfrm flipH="1">
            <a:off x="2386318" y="296278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4" name="Forma libre: Forma 55">
            <a:extLst>
              <a:ext uri="{FF2B5EF4-FFF2-40B4-BE49-F238E27FC236}">
                <a16:creationId xmlns:a16="http://schemas.microsoft.com/office/drawing/2014/main" id="{2465D6BD-72DA-4C13-97C2-7CF8D7F2F0C4}"/>
              </a:ext>
            </a:extLst>
          </p:cNvPr>
          <p:cNvSpPr/>
          <p:nvPr userDrawn="1"/>
        </p:nvSpPr>
        <p:spPr>
          <a:xfrm flipH="1">
            <a:off x="1190302" y="361221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7C6BEEA-1766-44A1-A28D-2E817DBF226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86" name="Marcador de posición del contenido 47">
            <a:extLst>
              <a:ext uri="{FF2B5EF4-FFF2-40B4-BE49-F238E27FC236}">
                <a16:creationId xmlns:a16="http://schemas.microsoft.com/office/drawing/2014/main" id="{597D4D7A-8D7E-492C-8795-D491CF53B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8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A7396594-2DE7-4DB9-B6B4-92F63F06EFC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88" name="Marcador de posición del contenido 47">
            <a:extLst>
              <a:ext uri="{FF2B5EF4-FFF2-40B4-BE49-F238E27FC236}">
                <a16:creationId xmlns:a16="http://schemas.microsoft.com/office/drawing/2014/main" id="{CC680CF7-ED60-4FFF-B04E-B24ECDDD351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8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042E6E66-3835-45DF-80D9-C4AFDF3401F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90" name="Marcador de posición del contenido 47">
            <a:extLst>
              <a:ext uri="{FF2B5EF4-FFF2-40B4-BE49-F238E27FC236}">
                <a16:creationId xmlns:a16="http://schemas.microsoft.com/office/drawing/2014/main" id="{A6E85C70-1784-4A0C-8897-EDE98D39BC0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9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4CD55BC2-05D0-49CB-B0A5-C96ACB411B5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92" name="Marcador de posición del contenido 47">
            <a:extLst>
              <a:ext uri="{FF2B5EF4-FFF2-40B4-BE49-F238E27FC236}">
                <a16:creationId xmlns:a16="http://schemas.microsoft.com/office/drawing/2014/main" id="{49DB7120-2F2C-4F89-AA8C-ABC4F3FF25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9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AEB1F7BA-7D83-4C23-A72B-82DF9377E9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94" name="Marcador de posición del contenido 47">
            <a:extLst>
              <a:ext uri="{FF2B5EF4-FFF2-40B4-BE49-F238E27FC236}">
                <a16:creationId xmlns:a16="http://schemas.microsoft.com/office/drawing/2014/main" id="{7C32F3EB-1AC3-40E9-B66D-ADB19CC74F0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67E7569-B8BF-39D0-D742-EF98B83E4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</p:spPr>
        <p:txBody>
          <a:bodyPr rtlCol="0" anchor="t">
            <a:noAutofit/>
          </a:bodyPr>
          <a:lstStyle>
            <a:lvl1pPr algn="l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FC159C7-D006-5B5F-1FEA-689C432B8C8C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F0EBABD-E264-2C96-1139-289A712F35B7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590880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a libre: Forma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 flipH="1">
            <a:off x="769290" y="491100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8" name="Forma libre: Forma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 flipH="1">
            <a:off x="783145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5" name="Forma libre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 flipH="1">
            <a:off x="0" y="3709992"/>
            <a:ext cx="115794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21" name="Subtítulo 47" descr="Haga clic en el icono para agregar una imagen">
            <a:extLst>
              <a:ext uri="{FF2B5EF4-FFF2-40B4-BE49-F238E27FC236}">
                <a16:creationId xmlns:a16="http://schemas.microsoft.com/office/drawing/2014/main" id="{0C7786BA-5E56-47AA-AE47-4EC07A0D4FA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50705" y="3625598"/>
            <a:ext cx="2653545" cy="587964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3" name="Marcador de posición del contenido 47">
            <a:extLst>
              <a:ext uri="{FF2B5EF4-FFF2-40B4-BE49-F238E27FC236}">
                <a16:creationId xmlns:a16="http://schemas.microsoft.com/office/drawing/2014/main" id="{880214CF-87DD-476A-9B2E-A58DB313A6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50705" y="4246516"/>
            <a:ext cx="2653545" cy="1727103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 imagen">
            <a:extLst>
              <a:ext uri="{FF2B5EF4-FFF2-40B4-BE49-F238E27FC236}">
                <a16:creationId xmlns:a16="http://schemas.microsoft.com/office/drawing/2014/main" id="{264CF63C-079E-41AA-AA9A-762A765E699F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1788170" y="2296125"/>
            <a:ext cx="1886360" cy="214466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17" name="Título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0704" y="1690878"/>
            <a:ext cx="6599429" cy="1325563"/>
          </a:xfrm>
        </p:spPr>
        <p:txBody>
          <a:bodyPr rtlCol="0" anchor="b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8" name="Subtítulo 47" descr="Haga clic en el icono para agregar una imagen">
            <a:extLst>
              <a:ext uri="{FF2B5EF4-FFF2-40B4-BE49-F238E27FC236}">
                <a16:creationId xmlns:a16="http://schemas.microsoft.com/office/drawing/2014/main" id="{3C2C4001-E56F-4174-01AA-4630360BFF4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811506" y="3625598"/>
            <a:ext cx="2653545" cy="587964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0" name="Marcador de posición del contenido 47">
            <a:extLst>
              <a:ext uri="{FF2B5EF4-FFF2-40B4-BE49-F238E27FC236}">
                <a16:creationId xmlns:a16="http://schemas.microsoft.com/office/drawing/2014/main" id="{02DFC856-C546-62E9-220F-7A668D34905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811506" y="4246516"/>
            <a:ext cx="2653545" cy="1727103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s conteni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rma libre 14">
            <a:extLst>
              <a:ext uri="{FF2B5EF4-FFF2-40B4-BE49-F238E27FC236}">
                <a16:creationId xmlns:a16="http://schemas.microsoft.com/office/drawing/2014/main" id="{F946AB17-3782-8412-C51A-DE10A0637453}"/>
              </a:ext>
            </a:extLst>
          </p:cNvPr>
          <p:cNvSpPr/>
          <p:nvPr userDrawn="1"/>
        </p:nvSpPr>
        <p:spPr>
          <a:xfrm>
            <a:off x="0" y="2860787"/>
            <a:ext cx="2361029" cy="3676532"/>
          </a:xfrm>
          <a:custGeom>
            <a:avLst/>
            <a:gdLst>
              <a:gd name="connsiteX0" fmla="*/ 773997 w 2361029"/>
              <a:gd name="connsiteY0" fmla="*/ 0 h 3676532"/>
              <a:gd name="connsiteX1" fmla="*/ 2361029 w 2361029"/>
              <a:gd name="connsiteY1" fmla="*/ 925683 h 3676532"/>
              <a:gd name="connsiteX2" fmla="*/ 2361029 w 2361029"/>
              <a:gd name="connsiteY2" fmla="*/ 2763949 h 3676532"/>
              <a:gd name="connsiteX3" fmla="*/ 769661 w 2361029"/>
              <a:gd name="connsiteY3" fmla="*/ 3676532 h 3676532"/>
              <a:gd name="connsiteX4" fmla="*/ 0 w 2361029"/>
              <a:gd name="connsiteY4" fmla="*/ 3234717 h 3676532"/>
              <a:gd name="connsiteX5" fmla="*/ 0 w 2361029"/>
              <a:gd name="connsiteY5" fmla="*/ 44688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61029" h="3676532">
                <a:moveTo>
                  <a:pt x="773997" y="0"/>
                </a:moveTo>
                <a:lnTo>
                  <a:pt x="2361029" y="925683"/>
                </a:lnTo>
                <a:lnTo>
                  <a:pt x="2361029" y="2763949"/>
                </a:lnTo>
                <a:lnTo>
                  <a:pt x="769661" y="3676532"/>
                </a:lnTo>
                <a:lnTo>
                  <a:pt x="0" y="3234717"/>
                </a:lnTo>
                <a:lnTo>
                  <a:pt x="0" y="446885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6" name="Forma libre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1014233" y="5253270"/>
            <a:ext cx="1710765" cy="1593273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22" name="Marcador de contenido 47" descr="Haga clic en el icono para agregar una imagen">
            <a:extLst>
              <a:ext uri="{FF2B5EF4-FFF2-40B4-BE49-F238E27FC236}">
                <a16:creationId xmlns:a16="http://schemas.microsoft.com/office/drawing/2014/main" id="{95ADF367-2619-4E00-AB82-8FFF41D0E5C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71609" y="1025236"/>
            <a:ext cx="5162709" cy="420683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3" name="Marcador de contenido 47">
            <a:extLst>
              <a:ext uri="{FF2B5EF4-FFF2-40B4-BE49-F238E27FC236}">
                <a16:creationId xmlns:a16="http://schemas.microsoft.com/office/drawing/2014/main" id="{8CEB04CE-793E-47B4-8D80-9B82864F2CD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71608" y="1469069"/>
            <a:ext cx="5162709" cy="1506166"/>
          </a:xfrm>
          <a:prstGeom prst="rect">
            <a:avLst/>
          </a:prstGeom>
        </p:spPr>
        <p:txBody>
          <a:bodyPr rtlCol="0"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4" name="Marcador de contenido 47" descr="Haga clic en el icono para agregar una imagen">
            <a:extLst>
              <a:ext uri="{FF2B5EF4-FFF2-40B4-BE49-F238E27FC236}">
                <a16:creationId xmlns:a16="http://schemas.microsoft.com/office/drawing/2014/main" id="{067BF8FD-2643-4122-BE3E-63F413244EC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71609" y="2984685"/>
            <a:ext cx="5162709" cy="420683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6" name="Marcador de contenido 47" descr="Haga clic en el icono para agregar una imagen">
            <a:extLst>
              <a:ext uri="{FF2B5EF4-FFF2-40B4-BE49-F238E27FC236}">
                <a16:creationId xmlns:a16="http://schemas.microsoft.com/office/drawing/2014/main" id="{02260D10-FEA1-48A7-B544-FAEEAECF5DE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71607" y="4597473"/>
            <a:ext cx="5162709" cy="421399"/>
          </a:xfrm>
          <a:prstGeom prst="rect">
            <a:avLst/>
          </a:prstGeom>
        </p:spPr>
        <p:txBody>
          <a:bodyPr rtlCol="0" anchor="b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0" name="Marcador de contenido 47">
            <a:extLst>
              <a:ext uri="{FF2B5EF4-FFF2-40B4-BE49-F238E27FC236}">
                <a16:creationId xmlns:a16="http://schemas.microsoft.com/office/drawing/2014/main" id="{64584B30-8BCF-4D75-8A6C-FD82347CC7B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71608" y="3419684"/>
            <a:ext cx="5162709" cy="1177789"/>
          </a:xfrm>
          <a:prstGeom prst="rect">
            <a:avLst/>
          </a:prstGeom>
        </p:spPr>
        <p:txBody>
          <a:bodyPr rtlCol="0"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8" name="Marcador de contenido 47">
            <a:extLst>
              <a:ext uri="{FF2B5EF4-FFF2-40B4-BE49-F238E27FC236}">
                <a16:creationId xmlns:a16="http://schemas.microsoft.com/office/drawing/2014/main" id="{A4A25056-27FA-4039-ACFA-6624F778712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271608" y="5041922"/>
            <a:ext cx="5162709" cy="1635938"/>
          </a:xfrm>
          <a:prstGeom prst="rect">
            <a:avLst/>
          </a:prstGeom>
        </p:spPr>
        <p:txBody>
          <a:bodyPr rtlCol="0"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es-ES" sz="14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Forma libre: Forma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631891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665" y="707105"/>
            <a:ext cx="3994173" cy="2277580"/>
          </a:xfrm>
        </p:spPr>
        <p:txBody>
          <a:bodyPr rtlCol="0" anchor="t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8" name="Marcador de posición de imagen 2">
            <a:extLst>
              <a:ext uri="{FF2B5EF4-FFF2-40B4-BE49-F238E27FC236}">
                <a16:creationId xmlns:a16="http://schemas.microsoft.com/office/drawing/2014/main" id="{E53E8C9F-CD73-30CD-1F24-20F2E6149D58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734172" y="1141669"/>
            <a:ext cx="507778" cy="565882"/>
          </a:xfrm>
        </p:spPr>
        <p:txBody>
          <a:bodyPr lIns="0" rIns="0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s-ES"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es-ES"/>
            </a:pPr>
            <a:r>
              <a:rPr lang="en-US"/>
              <a:t>Click icon to add picture</a:t>
            </a:r>
            <a:endParaRPr lang="es-ES" dirty="0"/>
          </a:p>
        </p:txBody>
      </p:sp>
      <p:sp>
        <p:nvSpPr>
          <p:cNvPr id="19" name="Marcador de posición de imagen 2">
            <a:extLst>
              <a:ext uri="{FF2B5EF4-FFF2-40B4-BE49-F238E27FC236}">
                <a16:creationId xmlns:a16="http://schemas.microsoft.com/office/drawing/2014/main" id="{CE61E189-349E-0076-EA43-7BCB6E24CE8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724705" y="3105650"/>
            <a:ext cx="536270" cy="565882"/>
          </a:xfrm>
        </p:spPr>
        <p:txBody>
          <a:bodyPr lIns="0" rIns="0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s-ES"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es-ES"/>
            </a:pPr>
            <a:r>
              <a:rPr lang="en-US"/>
              <a:t>Click icon to add picture</a:t>
            </a:r>
            <a:endParaRPr lang="es-ES" dirty="0"/>
          </a:p>
        </p:txBody>
      </p:sp>
      <p:sp>
        <p:nvSpPr>
          <p:cNvPr id="21" name="Marcador de posición de imagen 2">
            <a:extLst>
              <a:ext uri="{FF2B5EF4-FFF2-40B4-BE49-F238E27FC236}">
                <a16:creationId xmlns:a16="http://schemas.microsoft.com/office/drawing/2014/main" id="{68B04572-5D47-C3DF-CDEA-15EC646EA8FE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4714069" y="4716041"/>
            <a:ext cx="536270" cy="565882"/>
          </a:xfrm>
        </p:spPr>
        <p:txBody>
          <a:bodyPr lIns="0" rIns="0" rtlCol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s-ES"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es-ES"/>
            </a:pPr>
            <a:r>
              <a:rPr lang="en-US"/>
              <a:t>Click icon to add picture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contenido 47">
            <a:extLst>
              <a:ext uri="{FF2B5EF4-FFF2-40B4-BE49-F238E27FC236}">
                <a16:creationId xmlns:a16="http://schemas.microsoft.com/office/drawing/2014/main" id="{3EDD8D3E-653B-4A9E-9868-3B013A65FE9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ln w="19050">
            <a:noFill/>
          </a:ln>
        </p:spPr>
        <p:txBody>
          <a:bodyPr rtlCol="0" anchor="ctr">
            <a:noAutofit/>
          </a:bodyPr>
          <a:lstStyle>
            <a:lvl1pPr marL="0" indent="0" algn="ctr">
              <a:buNone/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en-US"/>
          </a:p>
        </p:txBody>
      </p:sp>
      <p:sp>
        <p:nvSpPr>
          <p:cNvPr id="18" name="Marcador de contenido 47">
            <a:extLst>
              <a:ext uri="{FF2B5EF4-FFF2-40B4-BE49-F238E27FC236}">
                <a16:creationId xmlns:a16="http://schemas.microsoft.com/office/drawing/2014/main" id="{DD4E6A9F-7400-917B-6A6B-6BAB445E8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19" name="Forma libre: Forma 25">
            <a:extLst>
              <a:ext uri="{FF2B5EF4-FFF2-40B4-BE49-F238E27FC236}">
                <a16:creationId xmlns:a16="http://schemas.microsoft.com/office/drawing/2014/main" id="{D7BBD3E8-D5DD-C21F-3792-4880373CCDCC}"/>
              </a:ext>
            </a:extLst>
          </p:cNvPr>
          <p:cNvSpPr/>
          <p:nvPr userDrawn="1"/>
        </p:nvSpPr>
        <p:spPr>
          <a:xfrm flipH="1">
            <a:off x="7400972" y="4508725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20" name="Forma libre: Forma 11">
            <a:extLst>
              <a:ext uri="{FF2B5EF4-FFF2-40B4-BE49-F238E27FC236}">
                <a16:creationId xmlns:a16="http://schemas.microsoft.com/office/drawing/2014/main" id="{FC461D80-0CAC-62E5-726A-63B48BEF3F25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D4944167-AFE9-AE61-AF44-B9AEE24D1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</p:spPr>
        <p:txBody>
          <a:bodyPr rtlCol="0" anchor="t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47268D53-92DA-7335-4DAB-83485CAF3FE9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F9FCB16-3643-AB04-D20E-A14FFE07F67C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2132766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ci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orma libre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9" name="Hexágono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0" name="Hexágono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1" name="Hexágono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2" name="Hexágono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44" name="Forma libre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4" name="Hexágono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5" name="Hexágono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43" name="Forma libre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18" name="Hexágono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46" name="Forma libre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28" name="Marcador de contenido 47">
            <a:extLst>
              <a:ext uri="{FF2B5EF4-FFF2-40B4-BE49-F238E27FC236}">
                <a16:creationId xmlns:a16="http://schemas.microsoft.com/office/drawing/2014/main" id="{073CD90F-1E45-47EC-B558-D5F638F5FE6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29" name="Marcador de contenido 47">
            <a:extLst>
              <a:ext uri="{FF2B5EF4-FFF2-40B4-BE49-F238E27FC236}">
                <a16:creationId xmlns:a16="http://schemas.microsoft.com/office/drawing/2014/main" id="{9A501203-35D0-41A5-A2A4-9F05FAB495C4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30" name="Marcador de contenido 47">
            <a:extLst>
              <a:ext uri="{FF2B5EF4-FFF2-40B4-BE49-F238E27FC236}">
                <a16:creationId xmlns:a16="http://schemas.microsoft.com/office/drawing/2014/main" id="{1FA62038-8BB7-45FD-896E-34738A5578BD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31" name="Marcador de contenido 47">
            <a:extLst>
              <a:ext uri="{FF2B5EF4-FFF2-40B4-BE49-F238E27FC236}">
                <a16:creationId xmlns:a16="http://schemas.microsoft.com/office/drawing/2014/main" id="{9A7E0EE6-5885-489B-81A9-65DBC0016938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 rtlCol="0">
            <a:noAutofit/>
          </a:bodyPr>
          <a:lstStyle>
            <a:lvl1pPr marL="0" indent="0" algn="l">
              <a:buFontTx/>
              <a:buNone/>
              <a:defRPr lang="es-ES" sz="1050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es-ES" altLang="zh-CN" dirty="0"/>
          </a:p>
        </p:txBody>
      </p:sp>
      <p:sp>
        <p:nvSpPr>
          <p:cNvPr id="21" name="Marcador de contenido 47" descr="Haga clic en el icono para agregar una imagen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</p:spPr>
        <p:txBody>
          <a:bodyPr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s-ES" sz="1800" b="0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22" name="Título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</p:spPr>
        <p:txBody>
          <a:bodyPr rtlCol="0" anchor="b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40" name="Forma libre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ción del contenido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6"/>
                </a:solidFill>
                <a:latin typeface="+mn-lt"/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‹#›</a:t>
            </a:fld>
            <a:endParaRPr lang="es-ES" altLang="zh-CN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s-ES"/>
            </a:def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ítulo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 dirty="0"/>
              <a:t>Haga clic para modificar el estilo de título del patrón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6"/>
                </a:solidFill>
                <a:latin typeface="+mn-lt"/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52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8" r:id="rId11"/>
    <p:sldLayoutId id="2147483661" r:id="rId12"/>
    <p:sldLayoutId id="2147483662" r:id="rId13"/>
    <p:sldLayoutId id="2147483663" r:id="rId14"/>
    <p:sldLayoutId id="2147483664" r:id="rId15"/>
    <p:sldLayoutId id="2147483665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400" b="1" kern="1200">
          <a:solidFill>
            <a:schemeClr val="accent6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764" y="1986926"/>
            <a:ext cx="4405503" cy="205744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2800" dirty="0"/>
              <a:t>Estudio de Importaciones en Puertos de la Costa Este de los Estados Unidos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Isaac Medina</a:t>
            </a:r>
          </a:p>
          <a:p>
            <a:pPr rtl="0"/>
            <a:r>
              <a:rPr lang="es-ES" dirty="0"/>
              <a:t>8-861-1706</a:t>
            </a:r>
          </a:p>
        </p:txBody>
      </p:sp>
      <p:pic>
        <p:nvPicPr>
          <p:cNvPr id="30" name="Marcador de posición de imagen 29" descr="Personas en una oficina hablando sobre el trabajo con un portátil&#10;">
            <a:extLst>
              <a:ext uri="{FF2B5EF4-FFF2-40B4-BE49-F238E27FC236}">
                <a16:creationId xmlns:a16="http://schemas.microsoft.com/office/drawing/2014/main" id="{18C88B4D-F554-49C2-A23C-DFE94D4C835B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75" r="1875"/>
          <a:stretch/>
        </p:blipFill>
        <p:spPr>
          <a:xfrm>
            <a:off x="6742557" y="821836"/>
            <a:ext cx="4405503" cy="5066346"/>
          </a:xfrm>
        </p:spPr>
      </p:pic>
      <p:sp>
        <p:nvSpPr>
          <p:cNvPr id="10" name="Forma libre: Forma 11">
            <a:extLst>
              <a:ext uri="{FF2B5EF4-FFF2-40B4-BE49-F238E27FC236}">
                <a16:creationId xmlns:a16="http://schemas.microsoft.com/office/drawing/2014/main" id="{01A79B69-242C-3AEB-4A42-7A606A54C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57505" y="838985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tx2">
                <a:lumMod val="50000"/>
                <a:lumOff val="50000"/>
              </a:scheme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14" name="Forma libre: Forma 11">
            <a:extLst>
              <a:ext uri="{FF2B5EF4-FFF2-40B4-BE49-F238E27FC236}">
                <a16:creationId xmlns:a16="http://schemas.microsoft.com/office/drawing/2014/main" id="{E5D4DE6D-89C8-6FFF-287D-3F3BAD416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74436" y="3694919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  <a:alpha val="50196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ítulo 18">
            <a:extLst>
              <a:ext uri="{FF2B5EF4-FFF2-40B4-BE49-F238E27FC236}">
                <a16:creationId xmlns:a16="http://schemas.microsoft.com/office/drawing/2014/main" id="{5DF64211-DCD8-B458-DBD2-EBDA7AE3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Agenda</a:t>
            </a:r>
            <a:endParaRPr lang="es-ES" dirty="0"/>
          </a:p>
        </p:txBody>
      </p:sp>
      <p:sp>
        <p:nvSpPr>
          <p:cNvPr id="16" name="Marcador de texto 15">
            <a:extLst>
              <a:ext uri="{FF2B5EF4-FFF2-40B4-BE49-F238E27FC236}">
                <a16:creationId xmlns:a16="http://schemas.microsoft.com/office/drawing/2014/main" id="{8FEA3BB9-F064-CFBE-C0BE-BB7A22A4DCF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Motivación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8024C77-A2F8-1ABA-5412-E6BB88B5FA1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Introducción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241202DB-E499-EB19-8A48-A3301DA59ED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Datos</a:t>
            </a:r>
          </a:p>
        </p:txBody>
      </p:sp>
      <p:sp>
        <p:nvSpPr>
          <p:cNvPr id="22" name="Marcador de texto 21">
            <a:extLst>
              <a:ext uri="{FF2B5EF4-FFF2-40B4-BE49-F238E27FC236}">
                <a16:creationId xmlns:a16="http://schemas.microsoft.com/office/drawing/2014/main" id="{D5402852-C1AD-6A4E-DAA7-0AE582A742F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Conclusiones</a:t>
            </a:r>
          </a:p>
        </p:txBody>
      </p:sp>
      <p:sp>
        <p:nvSpPr>
          <p:cNvPr id="24" name="Marcador de texto 23">
            <a:extLst>
              <a:ext uri="{FF2B5EF4-FFF2-40B4-BE49-F238E27FC236}">
                <a16:creationId xmlns:a16="http://schemas.microsoft.com/office/drawing/2014/main" id="{ABF1D337-2A3C-A0FB-A6CD-5E4B9D6DFD9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367234" y="4637814"/>
            <a:ext cx="1913128" cy="107568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Lecciones</a:t>
            </a:r>
          </a:p>
        </p:txBody>
      </p:sp>
      <p:sp>
        <p:nvSpPr>
          <p:cNvPr id="21" name="Marcador de pie de página 19">
            <a:extLst>
              <a:ext uri="{FF2B5EF4-FFF2-40B4-BE49-F238E27FC236}">
                <a16:creationId xmlns:a16="http://schemas.microsoft.com/office/drawing/2014/main" id="{A6E539FA-B60E-5585-524F-1BFA8C5B3E2F}"/>
              </a:ext>
            </a:extLst>
          </p:cNvPr>
          <p:cNvSpPr txBox="1">
            <a:spLocks/>
          </p:cNvSpPr>
          <p:nvPr/>
        </p:nvSpPr>
        <p:spPr>
          <a:xfrm>
            <a:off x="486699" y="6085719"/>
            <a:ext cx="4114800" cy="365125"/>
          </a:xfrm>
          <a:prstGeom prst="rect">
            <a:avLst/>
          </a:prstGeom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lang="es-ES"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r>
              <a:rPr lang="es-ES" sz="1200" u="none" strike="noStrike" kern="1200" cap="none" spc="0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Título de la presentación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36D0CF6-7418-9349-F7A8-045EA96B2D03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CBE681AB-301C-4DC8-7FBD-FAA2CC6606AE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2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775535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44CBC-697D-0410-14DB-E1CD58725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49D88325-7810-CEAE-415F-2CA6D0AF8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r>
              <a:rPr lang="es-ES" dirty="0"/>
              <a:t>Motivación:</a:t>
            </a:r>
            <a:endParaRPr lang="es-ES"/>
          </a:p>
        </p:txBody>
      </p:sp>
      <p:sp>
        <p:nvSpPr>
          <p:cNvPr id="7" name="Marcador de texto 19">
            <a:extLst>
              <a:ext uri="{FF2B5EF4-FFF2-40B4-BE49-F238E27FC236}">
                <a16:creationId xmlns:a16="http://schemas.microsoft.com/office/drawing/2014/main" id="{A7995453-103C-F3CC-4AD5-7734531A4275}"/>
              </a:ext>
            </a:extLst>
          </p:cNvPr>
          <p:cNvSpPr txBox="1">
            <a:spLocks/>
          </p:cNvSpPr>
          <p:nvPr/>
        </p:nvSpPr>
        <p:spPr>
          <a:xfrm>
            <a:off x="509574" y="3435546"/>
            <a:ext cx="4260850" cy="2051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s-ES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s-ES" sz="1500" b="0" kern="1200">
                <a:effectLst/>
                <a:latin typeface="+mn-lt"/>
                <a:ea typeface="+mn-ea"/>
                <a:cs typeface="+mn-cs"/>
              </a:rPr>
              <a:t>Este estudio cobra particular relevancia desde la perspectiva del Canal de Panamá, entidad clave en la cadena logística mundial y directamente conectada con los principales puertos de Estados Unidos y China.</a:t>
            </a:r>
            <a:endParaRPr lang="es-ES" sz="1500" b="0" kern="1200">
              <a:latin typeface="+mn-lt"/>
              <a:ea typeface="+mn-ea"/>
              <a:cs typeface="+mn-cs"/>
            </a:endParaRPr>
          </a:p>
        </p:txBody>
      </p:sp>
      <p:pic>
        <p:nvPicPr>
          <p:cNvPr id="3" name="Picture Placeholder 2" descr="A ship in the water&#10;&#10;AI-generated content may be incorrect.">
            <a:extLst>
              <a:ext uri="{FF2B5EF4-FFF2-40B4-BE49-F238E27FC236}">
                <a16:creationId xmlns:a16="http://schemas.microsoft.com/office/drawing/2014/main" id="{242A9942-D511-50E3-95E6-336CED7079F9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3"/>
          <a:srcRect l="38249" r="38249"/>
          <a:stretch>
            <a:fillRect/>
          </a:stretch>
        </p:blipFill>
        <p:spPr>
          <a:xfrm>
            <a:off x="5745163" y="0"/>
            <a:ext cx="6446837" cy="6858000"/>
          </a:xfrm>
        </p:spPr>
      </p:pic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85111F9-0675-C5D7-7F0E-4830489376ED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>
          <a:xfrm>
            <a:off x="484632" y="621792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pPr>
              <a:spcAft>
                <a:spcPts val="600"/>
              </a:spcAft>
            </a:pPr>
            <a:r>
              <a:rPr lang="es-ES" kern="1200" noProof="0">
                <a:latin typeface="+mn-lt"/>
                <a:ea typeface="+mn-ea"/>
                <a:cs typeface="+mn-cs"/>
              </a:rPr>
              <a:t>Título de la presentación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4E5D756-3921-1479-2131-6D068B5C737D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>
          <a:xfrm>
            <a:off x="11194169" y="6217920"/>
            <a:ext cx="458592" cy="365125"/>
          </a:xfr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pPr>
              <a:spcAft>
                <a:spcPts val="600"/>
              </a:spcAft>
            </a:pPr>
            <a:fld id="{47FEACEE-25B4-4A2D-B147-27296E36371D}" type="slidenum">
              <a:rPr lang="es-ES" altLang="zh-CN" noProof="0" smtClean="0"/>
              <a:pPr>
                <a:spcAft>
                  <a:spcPts val="600"/>
                </a:spcAft>
              </a:pPr>
              <a:t>3</a:t>
            </a:fld>
            <a:endParaRPr lang="es-ES" altLang="zh-CN" noProof="0"/>
          </a:p>
        </p:txBody>
      </p:sp>
    </p:spTree>
    <p:extLst>
      <p:ext uri="{BB962C8B-B14F-4D97-AF65-F5344CB8AC3E}">
        <p14:creationId xmlns:p14="http://schemas.microsoft.com/office/powerpoint/2010/main" val="1283689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B2368DCE-3BEC-10F3-19B4-D9E46EB4B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Table Placeholder 2">
            <a:extLst>
              <a:ext uri="{FF2B5EF4-FFF2-40B4-BE49-F238E27FC236}">
                <a16:creationId xmlns:a16="http://schemas.microsoft.com/office/drawing/2014/main" id="{19F496B5-2904-A16E-47C4-13507019543F}"/>
              </a:ext>
            </a:extLst>
          </p:cNvPr>
          <p:cNvSpPr>
            <a:spLocks noGrp="1"/>
          </p:cNvSpPr>
          <p:nvPr>
            <p:ph type="tbl" sz="quarter" idx="27"/>
          </p:nvPr>
        </p:nvSpPr>
        <p:spPr>
          <a:xfrm>
            <a:off x="581709" y="1614198"/>
            <a:ext cx="10889796" cy="4317856"/>
          </a:xfrm>
        </p:spPr>
        <p:txBody>
          <a:bodyPr/>
          <a:lstStyle/>
          <a:p>
            <a:endParaRPr lang="es-P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8AED1-C8CA-0E79-27FA-26D25D2D2422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>
          <a:xfrm>
            <a:off x="484632" y="6217920"/>
            <a:ext cx="41148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s-ES"/>
              <a:t>Título de la presentación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4B7C3-31C8-AC98-E54B-FB7D6D8BA7A4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>
          <a:xfrm>
            <a:off x="11194169" y="6217920"/>
            <a:ext cx="458592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47FEACEE-25B4-4A2D-B147-27296E36371D}" type="slidenum">
              <a:rPr lang="es-ES" altLang="zh-CN" smtClean="0"/>
              <a:pPr rtl="0">
                <a:spcAft>
                  <a:spcPts val="600"/>
                </a:spcAft>
              </a:pPr>
              <a:t>4</a:t>
            </a:fld>
            <a:endParaRPr lang="es-ES" altLang="zh-C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A248CC-ACDC-2EFD-1ACD-D40BB4FA7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2761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834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977571"/>
            <a:ext cx="5117162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Introducción</a:t>
            </a:r>
          </a:p>
        </p:txBody>
      </p:sp>
      <p:sp>
        <p:nvSpPr>
          <p:cNvPr id="20" name="Marcador de texto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09574" y="2047568"/>
            <a:ext cx="4260180" cy="1843112"/>
          </a:xfrm>
        </p:spPr>
        <p:txBody>
          <a:bodyPr rtlCol="0"/>
          <a:lstStyle>
            <a:defPPr>
              <a:defRPr lang="es-ES"/>
            </a:defPPr>
          </a:lstStyle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s-MX" dirty="0"/>
              <a:t>Este proyecto se enfoca en el análisis del comportamiento histórico de las importaciones en toneladas métricas registradas en puertos de </a:t>
            </a:r>
            <a:r>
              <a:rPr lang="es-MX" b="1" dirty="0"/>
              <a:t>Estados Unidos </a:t>
            </a:r>
            <a:r>
              <a:rPr lang="es-MX" dirty="0"/>
              <a:t>entre los años </a:t>
            </a:r>
            <a:r>
              <a:rPr lang="es-MX" b="1" dirty="0"/>
              <a:t>2000 y 2017</a:t>
            </a:r>
            <a:r>
              <a:rPr lang="es-MX" dirty="0"/>
              <a:t>, utilizando un conjunto de datos obtenido de la plataforma </a:t>
            </a:r>
            <a:r>
              <a:rPr lang="es-MX" b="1" dirty="0" err="1"/>
              <a:t>Kaggle</a:t>
            </a:r>
            <a:r>
              <a:rPr lang="es-MX" dirty="0"/>
              <a:t>.</a:t>
            </a:r>
            <a:endParaRPr lang="es-ES" dirty="0"/>
          </a:p>
          <a:p>
            <a:pPr rtl="0"/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A01EC1F-42C9-66C4-9D49-F6AF79D5BE91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pic>
        <p:nvPicPr>
          <p:cNvPr id="12" name="Marcador de posición de imagen 11" descr="Personas alrededor de una mesa con sus portátiles">
            <a:extLst>
              <a:ext uri="{FF2B5EF4-FFF2-40B4-BE49-F238E27FC236}">
                <a16:creationId xmlns:a16="http://schemas.microsoft.com/office/drawing/2014/main" id="{8C4B5C6A-45B4-1976-622A-4CEB4E3211BC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6" name="Forma libre: Forma 5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84821" y="311581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D6767F8-4670-E83D-85F4-1446B8B9D466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5</a:t>
            </a:fld>
            <a:endParaRPr lang="es-ES" altLang="zh-C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C0FFF5-C0F1-8A21-FC11-33CCECB870E8}"/>
              </a:ext>
            </a:extLst>
          </p:cNvPr>
          <p:cNvSpPr txBox="1"/>
          <p:nvPr/>
        </p:nvSpPr>
        <p:spPr>
          <a:xfrm>
            <a:off x="509574" y="4098594"/>
            <a:ext cx="4114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 objetivo principal es identificar </a:t>
            </a:r>
            <a:r>
              <a:rPr lang="es-PA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patrones</a:t>
            </a:r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s-MX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 realizar </a:t>
            </a:r>
            <a:r>
              <a:rPr lang="es-MX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proyecciones</a:t>
            </a:r>
            <a:r>
              <a:rPr lang="es-MX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para los años </a:t>
            </a:r>
            <a:r>
              <a:rPr lang="es-MX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2018 al 2022</a:t>
            </a:r>
            <a:endParaRPr lang="es-PA" b="1" dirty="0"/>
          </a:p>
        </p:txBody>
      </p:sp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ítulo 45">
            <a:extLst>
              <a:ext uri="{FF2B5EF4-FFF2-40B4-BE49-F238E27FC236}">
                <a16:creationId xmlns:a16="http://schemas.microsoft.com/office/drawing/2014/main" id="{4D761329-3BEF-0173-1328-A4DB26572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2083" y="38090"/>
            <a:ext cx="3207919" cy="248237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200" dirty="0"/>
              <a:t>Datos estadísticos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BF2F5F-CDE6-D753-B67D-DB986715C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709" y="1487895"/>
            <a:ext cx="8026915" cy="47264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863C7F-052A-B1B6-7E5E-F7DB6F21362E}"/>
              </a:ext>
            </a:extLst>
          </p:cNvPr>
          <p:cNvSpPr txBox="1"/>
          <p:nvPr/>
        </p:nvSpPr>
        <p:spPr>
          <a:xfrm>
            <a:off x="510627" y="1174902"/>
            <a:ext cx="5489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sz="1100" dirty="0">
                <a:solidFill>
                  <a:schemeClr val="accent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https://pancanal.com/estadisticas/</a:t>
            </a:r>
            <a:endParaRPr lang="es-PA" sz="11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8B2811-5E8B-4046-217B-59905F3B7510}"/>
              </a:ext>
            </a:extLst>
          </p:cNvPr>
          <p:cNvSpPr txBox="1"/>
          <p:nvPr/>
        </p:nvSpPr>
        <p:spPr>
          <a:xfrm>
            <a:off x="8822083" y="1951672"/>
            <a:ext cx="35147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Notamos que la costa este de Estados Unidos con </a:t>
            </a:r>
            <a:r>
              <a:rPr lang="es-PA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50,064</a:t>
            </a:r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mil supera más de 3 veces la siguiente ruta comercial Europa con </a:t>
            </a:r>
            <a:r>
              <a:rPr lang="es-PA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13,960</a:t>
            </a:r>
            <a:r>
              <a:rPr lang="es-PA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mil.</a:t>
            </a:r>
            <a:endParaRPr lang="es-PA" dirty="0"/>
          </a:p>
        </p:txBody>
      </p:sp>
    </p:spTree>
    <p:extLst>
      <p:ext uri="{BB962C8B-B14F-4D97-AF65-F5344CB8AC3E}">
        <p14:creationId xmlns:p14="http://schemas.microsoft.com/office/powerpoint/2010/main" val="2478079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4C6EC6F6-F346-241D-C2AD-CEA21AF2E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Puertos de la Costa Este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E20B9D-3E1B-ACAC-E328-901AE7E6D9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7</a:t>
            </a:fld>
            <a:endParaRPr lang="es-ES" altLang="zh-CN" dirty="0"/>
          </a:p>
        </p:txBody>
      </p:sp>
      <p:pic>
        <p:nvPicPr>
          <p:cNvPr id="6" name="Picture 5" descr="A graph of blue squares&#10;&#10;AI-generated content may be incorrect.">
            <a:extLst>
              <a:ext uri="{FF2B5EF4-FFF2-40B4-BE49-F238E27FC236}">
                <a16:creationId xmlns:a16="http://schemas.microsoft.com/office/drawing/2014/main" id="{DD21C0F2-29C7-BB42-4452-B2783F6D6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155" y="1622509"/>
            <a:ext cx="8406197" cy="460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88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EA25C86-7BE3-4BC6-C0B8-7F7D7C3EC28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8</a:t>
            </a:fld>
            <a:endParaRPr lang="es-ES" altLang="zh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25DC0E-B6BA-518F-2EE8-F88B0E7FB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76" y="206970"/>
            <a:ext cx="11900848" cy="17604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D5CD4E-FF87-46D5-8EBA-75738BCE5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576" y="2359447"/>
            <a:ext cx="8583166" cy="429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sz="2400" dirty="0"/>
              <a:t>Datos obtenidos del análisis estadístico 2000 al 2017</a:t>
            </a:r>
            <a:endParaRPr lang="es-ES" sz="2400" dirty="0"/>
          </a:p>
        </p:txBody>
      </p:sp>
      <p:pic>
        <p:nvPicPr>
          <p:cNvPr id="192" name="Marcador de posición de imagen 191" descr="Ábaco con relleno sólido">
            <a:extLst>
              <a:ext uri="{FF2B5EF4-FFF2-40B4-BE49-F238E27FC236}">
                <a16:creationId xmlns:a16="http://schemas.microsoft.com/office/drawing/2014/main" id="{03D5E3D1-D423-EF5A-EE43-00CF1BD7FF63}"/>
              </a:ext>
            </a:extLst>
          </p:cNvPr>
          <p:cNvPicPr>
            <a:picLocks noGrp="1" noChangeAspect="1"/>
          </p:cNvPicPr>
          <p:nvPr>
            <p:ph type="pic" sz="quarter" idx="36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182" r="5182"/>
          <a:stretch>
            <a:fillRect/>
          </a:stretch>
        </p:blipFill>
        <p:spPr/>
      </p:pic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FA96FE97-5E27-FC36-5E3A-511A31E6C78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Correlación de MIAMI y New York. (0.08)</a:t>
            </a:r>
            <a:endParaRPr lang="es-ES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4CE5DE1C-24E7-3841-9376-89E91B4A476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Correlación entre los puertos de MIAMI y New York. 8%</a:t>
            </a:r>
          </a:p>
          <a:p>
            <a:pPr rtl="0"/>
            <a:r>
              <a:rPr lang="es-MX" dirty="0"/>
              <a:t>Esta baja relación puede deberse a que se enfocan en productos o tipos de carga distinta.</a:t>
            </a:r>
            <a:endParaRPr lang="es-ES" dirty="0"/>
          </a:p>
        </p:txBody>
      </p:sp>
      <p:pic>
        <p:nvPicPr>
          <p:cNvPr id="194" name="Marcador de posición de imagen 193" descr="Gráfico de barras con tendencia ascendente con relleno sólido">
            <a:extLst>
              <a:ext uri="{FF2B5EF4-FFF2-40B4-BE49-F238E27FC236}">
                <a16:creationId xmlns:a16="http://schemas.microsoft.com/office/drawing/2014/main" id="{FAB9DE8A-4935-A3E0-0122-F76CDEAC29D1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661" r="2661"/>
          <a:stretch>
            <a:fillRect/>
          </a:stretch>
        </p:blipFill>
        <p:spPr/>
      </p:pic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DC774673-50D8-2D6F-C339-6E4B0A126B0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Correlación de Los </a:t>
            </a:r>
            <a:r>
              <a:rPr lang="es-MX" dirty="0" err="1"/>
              <a:t>Angeles</a:t>
            </a:r>
            <a:r>
              <a:rPr lang="es-MX" dirty="0"/>
              <a:t>, CA y New York, NY. (0.86)</a:t>
            </a:r>
            <a:endParaRPr lang="es-ES" dirty="0"/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DEB5763E-8BC0-F6C3-3814-6649A828C000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Lo que indica una fuerte correlación positiva entre las importaciones en estos dos puertos entre los años 2000 y 2017.</a:t>
            </a:r>
          </a:p>
          <a:p>
            <a:pPr rtl="0"/>
            <a:r>
              <a:rPr lang="es-MX" dirty="0"/>
              <a:t>Esto sugiere que ambos puertos responden a dinámicas similares del comercio internacional</a:t>
            </a:r>
          </a:p>
          <a:p>
            <a:pPr rtl="0"/>
            <a:endParaRPr lang="es-ES" dirty="0"/>
          </a:p>
        </p:txBody>
      </p:sp>
      <p:pic>
        <p:nvPicPr>
          <p:cNvPr id="196" name="Marcador de posición de imagen 195" descr="Vínculo con relleno sólido">
            <a:extLst>
              <a:ext uri="{FF2B5EF4-FFF2-40B4-BE49-F238E27FC236}">
                <a16:creationId xmlns:a16="http://schemas.microsoft.com/office/drawing/2014/main" id="{B21D7164-3991-2960-0F80-CB302359CD8D}"/>
              </a:ext>
            </a:extLst>
          </p:cNvPr>
          <p:cNvPicPr>
            <a:picLocks noGrp="1" noChangeAspect="1"/>
          </p:cNvPicPr>
          <p:nvPr>
            <p:ph type="pic" sz="quarter" idx="38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2528" r="2528"/>
          <a:stretch>
            <a:fillRect/>
          </a:stretch>
        </p:blipFill>
        <p:spPr>
          <a:xfrm>
            <a:off x="4714070" y="4767142"/>
            <a:ext cx="536270" cy="565882"/>
          </a:xfrm>
        </p:spPr>
      </p:pic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D3E02E0C-26E8-8160-D35F-2398015C051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5271608" y="4733434"/>
            <a:ext cx="5162709" cy="421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Modelo ANOVA para los puertos de Costa Este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C78180D0-1AB6-8416-0EB1-10648E1A605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5271608" y="5121764"/>
            <a:ext cx="5162709" cy="117599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n-US" dirty="0"/>
              <a:t>New York, NY, Savannah, GA, Charleston, SC</a:t>
            </a:r>
          </a:p>
          <a:p>
            <a:pPr rtl="0"/>
            <a:r>
              <a:rPr lang="es-MX" dirty="0"/>
              <a:t>Como p &lt; 0.05 rechazamos la hipótesis nula de que los puertos tienen la misma media de importaciones.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D96C503-BABC-632E-06CA-12C8474920EB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9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6">
            <a:extLst>
              <a:ext uri="{FF2B5EF4-FFF2-40B4-BE49-F238E27FC236}">
                <a16:creationId xmlns:a16="http://schemas.microsoft.com/office/drawing/2014/main" id="{E17942FE-65D3-7C03-B361-8DF125B81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sz="3200" dirty="0"/>
              <a:t>Estimaciones 2018 a 2022</a:t>
            </a:r>
            <a:endParaRPr lang="es-ES" sz="3200" dirty="0"/>
          </a:p>
        </p:txBody>
      </p:sp>
      <p:sp>
        <p:nvSpPr>
          <p:cNvPr id="63" name="Marcador de texto 62">
            <a:extLst>
              <a:ext uri="{FF2B5EF4-FFF2-40B4-BE49-F238E27FC236}">
                <a16:creationId xmlns:a16="http://schemas.microsoft.com/office/drawing/2014/main" id="{22D79EB2-B914-5355-4D75-3AC59F0DCCC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07136" y="3630706"/>
            <a:ext cx="1877575" cy="506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New York</a:t>
            </a:r>
            <a:endParaRPr lang="es-ES" dirty="0"/>
          </a:p>
        </p:txBody>
      </p:sp>
      <p:sp>
        <p:nvSpPr>
          <p:cNvPr id="16" name="Marcador de posición de imagen 15">
            <a:extLst>
              <a:ext uri="{FF2B5EF4-FFF2-40B4-BE49-F238E27FC236}">
                <a16:creationId xmlns:a16="http://schemas.microsoft.com/office/drawing/2014/main" id="{7BD10CEB-2241-4246-B0F4-96E0DB642C4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507135" y="4296932"/>
            <a:ext cx="1877575" cy="113557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noProof="0" dirty="0"/>
              <a:t>Aumento exponencial desde 28,162,170 a 31,806,960</a:t>
            </a:r>
          </a:p>
          <a:p>
            <a:pPr rtl="0"/>
            <a:endParaRPr lang="es-ES" dirty="0"/>
          </a:p>
          <a:p>
            <a:pPr rtl="0"/>
            <a:r>
              <a:rPr lang="es-ES" noProof="0" dirty="0"/>
              <a:t>R2: 88%</a:t>
            </a:r>
          </a:p>
          <a:p>
            <a:pPr rtl="0"/>
            <a:endParaRPr lang="es-ES" altLang="en-US" dirty="0"/>
          </a:p>
        </p:txBody>
      </p:sp>
      <p:sp>
        <p:nvSpPr>
          <p:cNvPr id="65" name="Marcador de texto 64">
            <a:extLst>
              <a:ext uri="{FF2B5EF4-FFF2-40B4-BE49-F238E27FC236}">
                <a16:creationId xmlns:a16="http://schemas.microsoft.com/office/drawing/2014/main" id="{0ECD9490-0BE0-6A65-01CD-D54CAB83951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902350" y="2181541"/>
            <a:ext cx="1877575" cy="506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Charleston</a:t>
            </a:r>
          </a:p>
        </p:txBody>
      </p:sp>
      <p:sp>
        <p:nvSpPr>
          <p:cNvPr id="19" name="Marcador de posición de imagen 18">
            <a:extLst>
              <a:ext uri="{FF2B5EF4-FFF2-40B4-BE49-F238E27FC236}">
                <a16:creationId xmlns:a16="http://schemas.microsoft.com/office/drawing/2014/main" id="{78038ACE-740A-4AE7-A0B3-BEEA90495BD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902349" y="2789693"/>
            <a:ext cx="1877575" cy="1058240"/>
          </a:xfrm>
        </p:spPr>
        <p:txBody>
          <a:bodyPr rtlCol="0"/>
          <a:lstStyle>
            <a:defPPr>
              <a:defRPr lang="es-ES"/>
            </a:defPPr>
          </a:lstStyle>
          <a:p>
            <a:pPr lvl="0" rtl="0"/>
            <a:r>
              <a:rPr lang="es-ES" noProof="0" dirty="0"/>
              <a:t>Modelo Holt-</a:t>
            </a:r>
            <a:r>
              <a:rPr lang="es-ES" noProof="0" dirty="0" err="1"/>
              <a:t>Winters</a:t>
            </a:r>
            <a:r>
              <a:rPr lang="es-ES" noProof="0" dirty="0"/>
              <a:t>.</a:t>
            </a:r>
          </a:p>
          <a:p>
            <a:pPr lvl="0" rtl="0"/>
            <a:r>
              <a:rPr lang="es-ES" noProof="0" dirty="0"/>
              <a:t>Varia entre 7,401,470 y 8,060,011</a:t>
            </a:r>
          </a:p>
        </p:txBody>
      </p:sp>
      <p:sp>
        <p:nvSpPr>
          <p:cNvPr id="67" name="Marcador de texto 66">
            <a:extLst>
              <a:ext uri="{FF2B5EF4-FFF2-40B4-BE49-F238E27FC236}">
                <a16:creationId xmlns:a16="http://schemas.microsoft.com/office/drawing/2014/main" id="{CEEED1DD-BCBD-5246-2A2C-BCED87782D53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107230" y="4297868"/>
            <a:ext cx="1877575" cy="506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Savannah</a:t>
            </a:r>
          </a:p>
        </p:txBody>
      </p:sp>
      <p:sp>
        <p:nvSpPr>
          <p:cNvPr id="21" name="Marcador de posición de imagen 20">
            <a:extLst>
              <a:ext uri="{FF2B5EF4-FFF2-40B4-BE49-F238E27FC236}">
                <a16:creationId xmlns:a16="http://schemas.microsoft.com/office/drawing/2014/main" id="{DD441F7A-4624-45D2-AE88-EEBA65185E6D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107230" y="4926238"/>
            <a:ext cx="2015465" cy="105519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noProof="0" dirty="0"/>
              <a:t>Crecimiento Exponencial. R2: 94%</a:t>
            </a:r>
          </a:p>
          <a:p>
            <a:pPr rtl="0"/>
            <a:r>
              <a:rPr lang="es-ES" noProof="0" dirty="0"/>
              <a:t>14,454,650 al 20,188,480</a:t>
            </a:r>
          </a:p>
          <a:p>
            <a:pPr rtl="0"/>
            <a:endParaRPr lang="es-ES" altLang="en-US" dirty="0"/>
          </a:p>
        </p:txBody>
      </p:sp>
      <p:sp>
        <p:nvSpPr>
          <p:cNvPr id="69" name="Marcador de texto 68">
            <a:extLst>
              <a:ext uri="{FF2B5EF4-FFF2-40B4-BE49-F238E27FC236}">
                <a16:creationId xmlns:a16="http://schemas.microsoft.com/office/drawing/2014/main" id="{868536F0-BECB-41C2-208F-CAAC89E244FF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Miami, FL</a:t>
            </a:r>
          </a:p>
        </p:txBody>
      </p:sp>
      <p:sp>
        <p:nvSpPr>
          <p:cNvPr id="23" name="Marcador de posición de imagen 22">
            <a:extLst>
              <a:ext uri="{FF2B5EF4-FFF2-40B4-BE49-F238E27FC236}">
                <a16:creationId xmlns:a16="http://schemas.microsoft.com/office/drawing/2014/main" id="{4EF68FE0-ADE3-4AB5-AC04-6C029B601AB2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501941" y="5051156"/>
            <a:ext cx="1877575" cy="93027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Periodicidad de 5 y estacionalidad aditiva.</a:t>
            </a:r>
          </a:p>
          <a:p>
            <a:pPr rtl="0"/>
            <a:r>
              <a:rPr lang="es-ES" dirty="0"/>
              <a:t>De 3,871,869 a 4,367,544</a:t>
            </a:r>
          </a:p>
          <a:p>
            <a:pPr rtl="0"/>
            <a:endParaRPr lang="es-ES" altLang="en-US" dirty="0"/>
          </a:p>
        </p:txBody>
      </p:sp>
      <p:sp>
        <p:nvSpPr>
          <p:cNvPr id="71" name="Marcador de texto 70">
            <a:extLst>
              <a:ext uri="{FF2B5EF4-FFF2-40B4-BE49-F238E27FC236}">
                <a16:creationId xmlns:a16="http://schemas.microsoft.com/office/drawing/2014/main" id="{FAFB92ED-EE9E-1E13-228D-2A33EE0B2FC2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686592" y="1992322"/>
            <a:ext cx="1877575" cy="5063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Los Ángeles</a:t>
            </a:r>
          </a:p>
        </p:txBody>
      </p:sp>
      <p:sp>
        <p:nvSpPr>
          <p:cNvPr id="25" name="Marcador de posición de imagen 24">
            <a:extLst>
              <a:ext uri="{FF2B5EF4-FFF2-40B4-BE49-F238E27FC236}">
                <a16:creationId xmlns:a16="http://schemas.microsoft.com/office/drawing/2014/main" id="{5140B95D-A59E-4E6C-BF07-5DD5E0E818A0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8686592" y="2570550"/>
            <a:ext cx="1877575" cy="137941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Cuando aumentan las importaciones en Los </a:t>
            </a:r>
            <a:r>
              <a:rPr lang="es-MX" dirty="0" err="1"/>
              <a:t>Angeles</a:t>
            </a:r>
            <a:r>
              <a:rPr lang="es-MX" dirty="0"/>
              <a:t>, generalmente también aumentan en New York</a:t>
            </a:r>
            <a:endParaRPr lang="es-ES" altLang="en-U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6404519-33C1-DA61-9858-3858F30C7808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Valores en </a:t>
            </a:r>
            <a:r>
              <a:rPr lang="es-ES" b="1" dirty="0"/>
              <a:t>Toneladas Métricas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02DD1EA-9A0C-9303-AD79-5DAF401390EB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10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3760906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4EFA9173-F892-5C7D-99AF-4C5FFB153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712" y="934940"/>
            <a:ext cx="9823998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Conclusión</a:t>
            </a:r>
          </a:p>
        </p:txBody>
      </p:sp>
      <p:sp>
        <p:nvSpPr>
          <p:cNvPr id="29" name="Marcador de texto 28">
            <a:extLst>
              <a:ext uri="{FF2B5EF4-FFF2-40B4-BE49-F238E27FC236}">
                <a16:creationId xmlns:a16="http://schemas.microsoft.com/office/drawing/2014/main" id="{52FD53DB-CD39-2575-F8BA-63488E81091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49970" y="1753232"/>
            <a:ext cx="4959822" cy="200715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MX" dirty="0"/>
              <a:t>El análisis de las importaciones en los principales puertos de la costa este de Estados Unidos entre 2000 - 2017 y las estimaciones hasta 2022, revelan una tendencia de crecimiento sostenido, reflejo del fortalecimiento del comercio internacional. Puertos como New York, NY, Savannah, GA y Charleston, SC han mostrado aumentos significativos, en algunos casos exponencial en el volumen de carga importada, en su mayoría provenientes de Asia.</a:t>
            </a:r>
            <a:endParaRPr lang="es-ES" dirty="0"/>
          </a:p>
        </p:txBody>
      </p:sp>
      <p:pic>
        <p:nvPicPr>
          <p:cNvPr id="38" name="Marcador de posición de imagen 37" descr="Personas trabajando en la oficina">
            <a:extLst>
              <a:ext uri="{FF2B5EF4-FFF2-40B4-BE49-F238E27FC236}">
                <a16:creationId xmlns:a16="http://schemas.microsoft.com/office/drawing/2014/main" id="{4162880A-4A88-ED9F-357E-65638ED8BB0C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pic>
        <p:nvPicPr>
          <p:cNvPr id="39" name="Marcador de posición de imagen 31">
            <a:extLst>
              <a:ext uri="{FF2B5EF4-FFF2-40B4-BE49-F238E27FC236}">
                <a16:creationId xmlns:a16="http://schemas.microsoft.com/office/drawing/2014/main" id="{6037332D-8714-C147-6E64-3654D8C57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F30A6A-65C9-04FE-77CF-C95CC406DBD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smtClean="0"/>
              <a:pPr rtl="0"/>
              <a:t>11</a:t>
            </a:fld>
            <a:endParaRPr lang="es-ES" altLang="zh-CN" dirty="0"/>
          </a:p>
        </p:txBody>
      </p:sp>
      <p:sp>
        <p:nvSpPr>
          <p:cNvPr id="2" name="Título 5">
            <a:extLst>
              <a:ext uri="{FF2B5EF4-FFF2-40B4-BE49-F238E27FC236}">
                <a16:creationId xmlns:a16="http://schemas.microsoft.com/office/drawing/2014/main" id="{AF12EF0E-066E-70B7-4ED6-EB50E0E419C6}"/>
              </a:ext>
            </a:extLst>
          </p:cNvPr>
          <p:cNvSpPr txBox="1">
            <a:spLocks/>
          </p:cNvSpPr>
          <p:nvPr/>
        </p:nvSpPr>
        <p:spPr>
          <a:xfrm>
            <a:off x="449970" y="4340507"/>
            <a:ext cx="9823998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4400" b="1" kern="1200">
                <a:solidFill>
                  <a:schemeClr val="accent6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es-PA" sz="2800" dirty="0"/>
              <a:t>- Lecciones aprendidas</a:t>
            </a:r>
          </a:p>
        </p:txBody>
      </p:sp>
    </p:spTree>
    <p:extLst>
      <p:ext uri="{BB962C8B-B14F-4D97-AF65-F5344CB8AC3E}">
        <p14:creationId xmlns:p14="http://schemas.microsoft.com/office/powerpoint/2010/main" val="4157533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ítulo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Gracias</a:t>
            </a:r>
          </a:p>
        </p:txBody>
      </p:sp>
      <p:pic>
        <p:nvPicPr>
          <p:cNvPr id="14" name="Marcador de posición de imagen 13" descr="Personas trabajando en la oficina">
            <a:extLst>
              <a:ext uri="{FF2B5EF4-FFF2-40B4-BE49-F238E27FC236}">
                <a16:creationId xmlns:a16="http://schemas.microsoft.com/office/drawing/2014/main" id="{496155F4-61B2-441D-9F16-788866450DA2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6" name="Marcador de posición de imagen 15" descr="Personas en una oficina hablando sobre el trabajo con un portátil&#10;">
            <a:extLst>
              <a:ext uri="{FF2B5EF4-FFF2-40B4-BE49-F238E27FC236}">
                <a16:creationId xmlns:a16="http://schemas.microsoft.com/office/drawing/2014/main" id="{BCD5762E-DD49-42B3-9CA8-46A4AD7193E2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8" name="Marcador de posición de imagen 17" descr="Disposición de bocetos de diseño de sitios web en papel">
            <a:extLst>
              <a:ext uri="{FF2B5EF4-FFF2-40B4-BE49-F238E27FC236}">
                <a16:creationId xmlns:a16="http://schemas.microsoft.com/office/drawing/2014/main" id="{1051CD21-1408-4D13-BF0B-0D7013AD2D0C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25" name="Marcador de texto 24">
            <a:extLst>
              <a:ext uri="{FF2B5EF4-FFF2-40B4-BE49-F238E27FC236}">
                <a16:creationId xmlns:a16="http://schemas.microsoft.com/office/drawing/2014/main" id="{B993E4D5-4AD0-4740-096D-6822944C8FF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Isaac Medina</a:t>
            </a:r>
          </a:p>
          <a:p>
            <a:pPr lvl="0" rtl="0"/>
            <a:r>
              <a:rPr lang="es-ES" dirty="0"/>
              <a:t>8-861-1706</a:t>
            </a:r>
          </a:p>
          <a:p>
            <a:pPr rtl="0"/>
            <a:endParaRPr lang="es-ES" dirty="0"/>
          </a:p>
        </p:txBody>
      </p:sp>
      <p:pic>
        <p:nvPicPr>
          <p:cNvPr id="28" name="Marcador de posición de imagen 27" descr="Empresaria revisando notas rápidas en una pared">
            <a:extLst>
              <a:ext uri="{FF2B5EF4-FFF2-40B4-BE49-F238E27FC236}">
                <a16:creationId xmlns:a16="http://schemas.microsoft.com/office/drawing/2014/main" id="{B746A775-E65C-70F6-9DB4-E51F7F2DAECE}"/>
              </a:ext>
            </a:extLst>
          </p:cNvPr>
          <p:cNvPicPr>
            <a:picLocks noGrp="1" noChangeAspect="1"/>
          </p:cNvPicPr>
          <p:nvPr>
            <p:ph type="pic" sz="quarter" idx="50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0">
      <a:majorFont>
        <a:latin typeface="Posterama Text Black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71627983_TF00951641_Win32" id="{463890D5-E9AC-4A9F-9395-AD7AEB362824}" vid="{ACBEAE8C-66C0-4563-A396-AC17662042D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0AD9BE2-6B3D-4616-B044-300A8177DEA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5515263-A3DE-4193-B6AA-5C449C94519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4CFA8B0-C7B8-4655-A378-2962C04794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hexágono clara</Template>
  <TotalTime>300</TotalTime>
  <Words>482</Words>
  <Application>Microsoft Office PowerPoint</Application>
  <PresentationFormat>Widescreen</PresentationFormat>
  <Paragraphs>76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Abadi</vt:lpstr>
      <vt:lpstr>Aptos</vt:lpstr>
      <vt:lpstr>Arial</vt:lpstr>
      <vt:lpstr>Arial Black</vt:lpstr>
      <vt:lpstr>Calibri</vt:lpstr>
      <vt:lpstr>Posterama Text SemiBold</vt:lpstr>
      <vt:lpstr>Personalizar​</vt:lpstr>
      <vt:lpstr>Estudio de Importaciones en Puertos de la Costa Este de los Estados Unidos</vt:lpstr>
      <vt:lpstr>Agenda</vt:lpstr>
      <vt:lpstr>Motivación:</vt:lpstr>
      <vt:lpstr>PowerPoint Presentation</vt:lpstr>
      <vt:lpstr>Introducción</vt:lpstr>
      <vt:lpstr>Datos estadísticos</vt:lpstr>
      <vt:lpstr>Puertos de la Costa Este</vt:lpstr>
      <vt:lpstr>PowerPoint Presentation</vt:lpstr>
      <vt:lpstr>Datos obtenidos del análisis estadístico 2000 al 2017</vt:lpstr>
      <vt:lpstr>Estimaciones 2018 a 2022</vt:lpstr>
      <vt:lpstr>Conclusión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Isacc Molina</dc:creator>
  <cp:lastModifiedBy>Isacc Molina</cp:lastModifiedBy>
  <cp:revision>9</cp:revision>
  <dcterms:created xsi:type="dcterms:W3CDTF">2025-04-08T02:20:39Z</dcterms:created>
  <dcterms:modified xsi:type="dcterms:W3CDTF">2025-04-09T22:58:08Z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