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292" r:id="rId5"/>
    <p:sldId id="275" r:id="rId6"/>
    <p:sldId id="276" r:id="rId7"/>
    <p:sldId id="296" r:id="rId8"/>
    <p:sldId id="297" r:id="rId9"/>
    <p:sldId id="298" r:id="rId10"/>
    <p:sldId id="277" r:id="rId11"/>
    <p:sldId id="278" r:id="rId12"/>
    <p:sldId id="299" r:id="rId13"/>
    <p:sldId id="279" r:id="rId14"/>
    <p:sldId id="300" r:id="rId15"/>
    <p:sldId id="295" r:id="rId16"/>
    <p:sldId id="285" r:id="rId17"/>
    <p:sldId id="288" r:id="rId18"/>
    <p:sldId id="289" r:id="rId19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36" userDrawn="1">
          <p15:clr>
            <a:srgbClr val="A4A3A4"/>
          </p15:clr>
        </p15:guide>
        <p15:guide id="2" pos="3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6992"/>
    <a:srgbClr val="AEC2D8"/>
    <a:srgbClr val="98432A"/>
    <a:srgbClr val="D84400"/>
    <a:srgbClr val="44678D"/>
    <a:srgbClr val="263E5A"/>
    <a:srgbClr val="D6E0EB"/>
    <a:srgbClr val="728DAB"/>
    <a:srgbClr val="C95B3A"/>
    <a:srgbClr val="2D4C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5634"/>
  </p:normalViewPr>
  <p:slideViewPr>
    <p:cSldViewPr snapToGrid="0" showGuides="1">
      <p:cViewPr varScale="1">
        <p:scale>
          <a:sx n="159" d="100"/>
          <a:sy n="159" d="100"/>
        </p:scale>
        <p:origin x="306" y="138"/>
      </p:cViewPr>
      <p:guideLst>
        <p:guide orient="horz" pos="1536"/>
        <p:guide pos="312"/>
      </p:guideLst>
    </p:cSldViewPr>
  </p:slideViewPr>
  <p:outlineViewPr>
    <p:cViewPr>
      <p:scale>
        <a:sx n="33" d="100"/>
        <a:sy n="33" d="100"/>
      </p:scale>
      <p:origin x="0" y="-161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 snapToGrid="0">
      <p:cViewPr varScale="1">
        <p:scale>
          <a:sx n="82" d="100"/>
          <a:sy n="82" d="100"/>
        </p:scale>
        <p:origin x="3954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C27E3961-5613-64C6-63C3-6085D0CDAE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06D1F08-FF42-95F6-3130-AE63E56048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pPr rtl="0"/>
            <a:fld id="{A1B39F24-D372-49FA-92C4-AB388BC5B723}" type="datetime1">
              <a:rPr lang="es-ES" smtClean="0"/>
              <a:t>07/04/2025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CD5B35B-A046-EC3C-A80E-3D9D12C149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202DDE3-703C-8B4C-9506-EC0A39AACD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/>
            </a:lvl1pPr>
          </a:lstStyle>
          <a:p>
            <a:pPr rtl="0"/>
            <a:fld id="{BB8DC1D1-B6C2-C644-8BF1-C34DBFFE1C78}" type="slidenum">
              <a:rPr lang="es-ES" smtClean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33479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encabezado 7">
            <a:extLst>
              <a:ext uri="{FF2B5EF4-FFF2-40B4-BE49-F238E27FC236}">
                <a16:creationId xmlns:a16="http://schemas.microsoft.com/office/drawing/2014/main" id="{A894A48D-3417-BE20-3062-A3660969046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endParaRPr lang="es-ES"/>
          </a:p>
        </p:txBody>
      </p:sp>
      <p:sp>
        <p:nvSpPr>
          <p:cNvPr id="9" name="Marcador de imagen de diapositiva 8">
            <a:extLst>
              <a:ext uri="{FF2B5EF4-FFF2-40B4-BE49-F238E27FC236}">
                <a16:creationId xmlns:a16="http://schemas.microsoft.com/office/drawing/2014/main" id="{AC9ED954-709D-51DC-3EA0-0E06FE1D72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es-ES"/>
            </a:defPPr>
          </a:lstStyle>
          <a:p>
            <a:pPr rtl="0"/>
            <a:endParaRPr lang="es-ES"/>
          </a:p>
        </p:txBody>
      </p:sp>
      <p:sp>
        <p:nvSpPr>
          <p:cNvPr id="10" name="Marcador de pie de página 9">
            <a:extLst>
              <a:ext uri="{FF2B5EF4-FFF2-40B4-BE49-F238E27FC236}">
                <a16:creationId xmlns:a16="http://schemas.microsoft.com/office/drawing/2014/main" id="{1F57F2FB-2942-7663-E6DB-E3A976549D5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endParaRPr lang="es-ES"/>
          </a:p>
        </p:txBody>
      </p:sp>
      <p:sp>
        <p:nvSpPr>
          <p:cNvPr id="11" name="Marcador de fecha 10">
            <a:extLst>
              <a:ext uri="{FF2B5EF4-FFF2-40B4-BE49-F238E27FC236}">
                <a16:creationId xmlns:a16="http://schemas.microsoft.com/office/drawing/2014/main" id="{ED31FE42-8AA6-DC9C-5EE7-8737143C1DD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F56CD306-C8D1-4677-B356-29ECCA1AC9DC}" type="datetime1">
              <a:rPr lang="es-ES" smtClean="0"/>
              <a:pPr/>
              <a:t>07/04/2025</a:t>
            </a:fld>
            <a:endParaRPr lang="es-ES" dirty="0"/>
          </a:p>
        </p:txBody>
      </p:sp>
      <p:sp>
        <p:nvSpPr>
          <p:cNvPr id="12" name="Marcador de notas 11">
            <a:extLst>
              <a:ext uri="{FF2B5EF4-FFF2-40B4-BE49-F238E27FC236}">
                <a16:creationId xmlns:a16="http://schemas.microsoft.com/office/drawing/2014/main" id="{5F659C92-43C4-05C5-9170-5CF256AF99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es-ES"/>
            </a:def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3" name="Marcador de número de diapositiva 12">
            <a:extLst>
              <a:ext uri="{FF2B5EF4-FFF2-40B4-BE49-F238E27FC236}">
                <a16:creationId xmlns:a16="http://schemas.microsoft.com/office/drawing/2014/main" id="{74923A81-0599-8ECF-BDF0-A4898D4682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fld id="{FDBF3159-94EB-4F6B-8273-09F1A6B019E6}" type="slidenum">
              <a:rPr lang="es-ES" smtClean="0"/>
              <a:pPr rtl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2665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es-ES" sz="1200" kern="1200">
        <a:solidFill>
          <a:schemeClr val="tx1"/>
        </a:solidFill>
        <a:latin typeface="Calibri" panose="020F0502020204030204" pitchFamily="34" charset="0"/>
        <a:ea typeface="+mn-ea"/>
        <a:cs typeface="Calibri" panose="020F0502020204030204" pitchFamily="34" charset="0"/>
      </a:defRPr>
    </a:lvl1pPr>
    <a:lvl2pPr marL="457200" algn="l" defTabSz="914400" rtl="0" eaLnBrk="1" latinLnBrk="0" hangingPunct="1">
      <a:defRPr lang="es-ES" sz="1200" kern="1200">
        <a:solidFill>
          <a:schemeClr val="tx1"/>
        </a:solidFill>
        <a:latin typeface="Calibri" panose="020F0502020204030204" pitchFamily="34" charset="0"/>
        <a:ea typeface="+mn-ea"/>
        <a:cs typeface="Calibri" panose="020F0502020204030204" pitchFamily="34" charset="0"/>
      </a:defRPr>
    </a:lvl2pPr>
    <a:lvl3pPr marL="914400" algn="l" defTabSz="914400" rtl="0" eaLnBrk="1" latinLnBrk="0" hangingPunct="1">
      <a:defRPr lang="es-ES" sz="1200" kern="1200">
        <a:solidFill>
          <a:schemeClr val="tx1"/>
        </a:solidFill>
        <a:latin typeface="Calibri" panose="020F0502020204030204" pitchFamily="34" charset="0"/>
        <a:ea typeface="+mn-ea"/>
        <a:cs typeface="Calibri" panose="020F0502020204030204" pitchFamily="34" charset="0"/>
      </a:defRPr>
    </a:lvl3pPr>
    <a:lvl4pPr marL="1371600" algn="l" defTabSz="914400" rtl="0" eaLnBrk="1" latinLnBrk="0" hangingPunct="1">
      <a:defRPr lang="es-ES" sz="1200" kern="1200">
        <a:solidFill>
          <a:schemeClr val="tx1"/>
        </a:solidFill>
        <a:latin typeface="Calibri" panose="020F0502020204030204" pitchFamily="34" charset="0"/>
        <a:ea typeface="+mn-ea"/>
        <a:cs typeface="Calibri" panose="020F0502020204030204" pitchFamily="34" charset="0"/>
      </a:defRPr>
    </a:lvl4pPr>
    <a:lvl5pPr marL="1828800" algn="l" defTabSz="914400" rtl="0" eaLnBrk="1" latinLnBrk="0" hangingPunct="1">
      <a:defRPr lang="es-ES" sz="1200" kern="1200">
        <a:solidFill>
          <a:schemeClr val="tx1"/>
        </a:solidFill>
        <a:latin typeface="Calibri" panose="020F0502020204030204" pitchFamily="34" charset="0"/>
        <a:ea typeface="+mn-ea"/>
        <a:cs typeface="Calibri" panose="020F0502020204030204" pitchFamily="34" charset="0"/>
      </a:defRPr>
    </a:lvl5pPr>
    <a:lvl6pPr marL="22860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rtlCol="0"/>
          <a:lstStyle>
            <a:defPPr>
              <a:defRPr lang="es-ES"/>
            </a:defPPr>
          </a:lstStyle>
          <a:p>
            <a:pPr rtl="0"/>
            <a:fld id="{017105BD-6D6F-49DB-9DE4-D4A6452D7E5F}" type="slidenum">
              <a:rPr lang="es-ES" altLang="zh-CN" noProof="0" smtClean="0"/>
              <a:t>1</a:t>
            </a:fld>
            <a:endParaRPr lang="es-E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7128833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rtlCol="0"/>
          <a:lstStyle>
            <a:defPPr>
              <a:defRPr lang="es-ES"/>
            </a:defPPr>
          </a:lstStyle>
          <a:p>
            <a:pPr rtl="0"/>
            <a:fld id="{017105BD-6D6F-49DB-9DE4-D4A6452D7E5F}" type="slidenum">
              <a:rPr lang="es-ES" altLang="zh-CN" noProof="0" smtClean="0"/>
              <a:t>2</a:t>
            </a:fld>
            <a:endParaRPr lang="es-E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9143740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rtlCol="0"/>
          <a:lstStyle>
            <a:defPPr>
              <a:defRPr lang="es-ES"/>
            </a:defPPr>
          </a:lstStyle>
          <a:p>
            <a:pPr rtl="0"/>
            <a:fld id="{017105BD-6D6F-49DB-9DE4-D4A6452D7E5F}" type="slidenum">
              <a:rPr lang="es-ES" altLang="zh-CN" noProof="0" smtClean="0"/>
              <a:t>3</a:t>
            </a:fld>
            <a:endParaRPr lang="es-E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2358183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2ED56-C946-24A5-2D43-8BCB1268E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00CD0D5-DC62-5B75-C5DE-6F88151E48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0D46147-121D-9521-2681-951C646CD3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7AADFE5-6C82-711E-3A8E-B84594BD21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rtlCol="0"/>
          <a:lstStyle>
            <a:defPPr>
              <a:defRPr lang="es-ES"/>
            </a:defPPr>
          </a:lstStyle>
          <a:p>
            <a:pPr rtl="0"/>
            <a:fld id="{017105BD-6D6F-49DB-9DE4-D4A6452D7E5F}" type="slidenum">
              <a:rPr lang="es-ES" altLang="zh-CN" noProof="0" smtClean="0"/>
              <a:t>4</a:t>
            </a:fld>
            <a:endParaRPr lang="es-E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2401254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4AC174-8CFE-E9D8-06A6-4399FAE29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F0D8071-D173-D4B9-97FB-7FB7F6399E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A1ED5D4-1F09-B4C4-6962-46E20B2B6C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43A5089-50DE-625A-8155-EE1257B2AE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rtlCol="0"/>
          <a:lstStyle>
            <a:defPPr>
              <a:defRPr lang="es-ES"/>
            </a:defPPr>
          </a:lstStyle>
          <a:p>
            <a:pPr rtl="0"/>
            <a:fld id="{017105BD-6D6F-49DB-9DE4-D4A6452D7E5F}" type="slidenum">
              <a:rPr lang="es-ES" altLang="zh-CN" noProof="0" smtClean="0"/>
              <a:t>5</a:t>
            </a:fld>
            <a:endParaRPr lang="es-E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9727615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rtlCol="0"/>
          <a:lstStyle>
            <a:defPPr>
              <a:defRPr lang="es-ES"/>
            </a:defPPr>
          </a:lstStyle>
          <a:p>
            <a:pPr rtl="0"/>
            <a:fld id="{017105BD-6D6F-49DB-9DE4-D4A6452D7E5F}" type="slidenum">
              <a:rPr lang="es-ES" altLang="zh-CN" noProof="0" smtClean="0"/>
              <a:t>7</a:t>
            </a:fld>
            <a:endParaRPr lang="es-E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9613866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rtlCol="0"/>
          <a:lstStyle>
            <a:defPPr>
              <a:defRPr lang="es-ES"/>
            </a:defPPr>
          </a:lstStyle>
          <a:p>
            <a:pPr rtl="0"/>
            <a:fld id="{017105BD-6D6F-49DB-9DE4-D4A6452D7E5F}" type="slidenum">
              <a:rPr lang="es-ES" altLang="zh-CN" noProof="0" smtClean="0"/>
              <a:t>8</a:t>
            </a:fld>
            <a:endParaRPr lang="es-E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4640078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rtlCol="0"/>
          <a:lstStyle>
            <a:defPPr>
              <a:defRPr lang="es-ES"/>
            </a:defPPr>
          </a:lstStyle>
          <a:p>
            <a:pPr rtl="0"/>
            <a:fld id="{017105BD-6D6F-49DB-9DE4-D4A6452D7E5F}" type="slidenum">
              <a:rPr lang="es-ES" altLang="zh-CN" smtClean="0"/>
              <a:t>10</a:t>
            </a:fld>
            <a:endParaRPr lang="es-ES" altLang="zh-CN" dirty="0"/>
          </a:p>
        </p:txBody>
      </p:sp>
    </p:spTree>
    <p:extLst>
      <p:ext uri="{BB962C8B-B14F-4D97-AF65-F5344CB8AC3E}">
        <p14:creationId xmlns:p14="http://schemas.microsoft.com/office/powerpoint/2010/main" val="28809061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rtlCol="0"/>
          <a:lstStyle>
            <a:defPPr>
              <a:defRPr lang="es-ES"/>
            </a:defPPr>
          </a:lstStyle>
          <a:p>
            <a:pPr rtl="0"/>
            <a:fld id="{017105BD-6D6F-49DB-9DE4-D4A6452D7E5F}" type="slidenum">
              <a:rPr lang="es-ES" altLang="zh-CN" smtClean="0"/>
              <a:t>12</a:t>
            </a:fld>
            <a:endParaRPr lang="es-ES" altLang="zh-CN" dirty="0"/>
          </a:p>
        </p:txBody>
      </p:sp>
    </p:spTree>
    <p:extLst>
      <p:ext uri="{BB962C8B-B14F-4D97-AF65-F5344CB8AC3E}">
        <p14:creationId xmlns:p14="http://schemas.microsoft.com/office/powerpoint/2010/main" val="24243314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rtlCol="0"/>
          <a:lstStyle>
            <a:defPPr>
              <a:defRPr lang="es-ES"/>
            </a:defPPr>
          </a:lstStyle>
          <a:p>
            <a:pPr rtl="0"/>
            <a:fld id="{017105BD-6D6F-49DB-9DE4-D4A6452D7E5F}" type="slidenum">
              <a:rPr lang="es-ES" altLang="zh-CN" noProof="0" smtClean="0"/>
              <a:t>13</a:t>
            </a:fld>
            <a:endParaRPr lang="es-E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42457856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rtlCol="0"/>
          <a:lstStyle>
            <a:defPPr>
              <a:defRPr lang="es-ES"/>
            </a:defPPr>
          </a:lstStyle>
          <a:p>
            <a:pPr rtl="0"/>
            <a:fld id="{017105BD-6D6F-49DB-9DE4-D4A6452D7E5F}" type="slidenum">
              <a:rPr lang="es-ES" altLang="zh-CN" noProof="0" smtClean="0"/>
              <a:t>14</a:t>
            </a:fld>
            <a:endParaRPr lang="es-E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9793020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rtlCol="0"/>
          <a:lstStyle>
            <a:defPPr>
              <a:defRPr lang="es-ES"/>
            </a:defPPr>
          </a:lstStyle>
          <a:p>
            <a:pPr rtl="0"/>
            <a:fld id="{017105BD-6D6F-49DB-9DE4-D4A6452D7E5F}" type="slidenum">
              <a:rPr lang="es-ES" altLang="zh-CN" noProof="0" smtClean="0"/>
              <a:t>15</a:t>
            </a:fld>
            <a:endParaRPr lang="es-E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0776703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 con imagen">
    <p:bg>
      <p:bgPr>
        <a:solidFill>
          <a:schemeClr val="accent3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764" y="1986926"/>
            <a:ext cx="5257793" cy="2057441"/>
          </a:xfrm>
        </p:spPr>
        <p:txBody>
          <a:bodyPr rtlCol="0">
            <a:noAutofit/>
          </a:bodyPr>
          <a:lstStyle>
            <a:defPPr>
              <a:defRPr lang="es-ES"/>
            </a:defPPr>
          </a:lstStyle>
          <a:p>
            <a:pPr rtl="0"/>
            <a:r>
              <a:rPr lang="en-US" noProof="0"/>
              <a:t>Click to edit Master title style</a:t>
            </a:r>
            <a:endParaRPr lang="es-ES" noProof="0"/>
          </a:p>
        </p:txBody>
      </p:sp>
      <p:cxnSp>
        <p:nvCxnSpPr>
          <p:cNvPr id="24" name="Conector recto 2">
            <a:extLst>
              <a:ext uri="{FF2B5EF4-FFF2-40B4-BE49-F238E27FC236}">
                <a16:creationId xmlns:a16="http://schemas.microsoft.com/office/drawing/2014/main" id="{F1FCCFDB-D985-4322-AC87-F69214893708}"/>
              </a:ext>
            </a:extLst>
          </p:cNvPr>
          <p:cNvCxnSpPr/>
          <p:nvPr userDrawn="1"/>
        </p:nvCxnSpPr>
        <p:spPr>
          <a:xfrm>
            <a:off x="1509005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  <p:sp>
        <p:nvSpPr>
          <p:cNvPr id="27" name="Marcador de posición del contenido 47" descr="Haga clic en el icono para agregar una imagen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601366" y="4172084"/>
            <a:ext cx="1570612" cy="760288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>
              <a:lnSpc>
                <a:spcPct val="100000"/>
              </a:lnSpc>
              <a:buNone/>
              <a:defRPr lang="es-ES" sz="1800" b="0">
                <a:solidFill>
                  <a:schemeClr val="accent6"/>
                </a:solidFill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 noProof="0"/>
              <a:t>Haga clic para modificar el estilo de título del patrón </a:t>
            </a:r>
          </a:p>
        </p:txBody>
      </p:sp>
      <p:sp>
        <p:nvSpPr>
          <p:cNvPr id="47" name="Marcador de posición del contenido 47">
            <a:extLst>
              <a:ext uri="{FF2B5EF4-FFF2-40B4-BE49-F238E27FC236}">
                <a16:creationId xmlns:a16="http://schemas.microsoft.com/office/drawing/2014/main" id="{0FFAAB58-ABE4-41AC-B94E-432936CE0301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742557" y="821836"/>
            <a:ext cx="4405503" cy="5066346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rtlCol="0" anchor="ctr">
            <a:noAutofit/>
          </a:bodyPr>
          <a:lstStyle>
            <a:lvl1pPr marL="0" indent="0" algn="ctr">
              <a:buNone/>
              <a:defRPr lang="es-ES">
                <a:solidFill>
                  <a:schemeClr val="accent6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imagen≈≈</a:t>
            </a:r>
          </a:p>
        </p:txBody>
      </p:sp>
      <p:sp>
        <p:nvSpPr>
          <p:cNvPr id="9" name="Forma libre: Forma 11">
            <a:extLst>
              <a:ext uri="{FF2B5EF4-FFF2-40B4-BE49-F238E27FC236}">
                <a16:creationId xmlns:a16="http://schemas.microsoft.com/office/drawing/2014/main" id="{9ECA281C-F2CB-AE9D-DCD6-F94D3FEE2E67}"/>
              </a:ext>
            </a:extLst>
          </p:cNvPr>
          <p:cNvSpPr/>
          <p:nvPr userDrawn="1"/>
        </p:nvSpPr>
        <p:spPr>
          <a:xfrm>
            <a:off x="7441324" y="5568778"/>
            <a:ext cx="829927" cy="949454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/>
            </a:pPr>
            <a:endParaRPr kumimoji="0" lang="es-E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6649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ítulo 16">
            <a:extLst>
              <a:ext uri="{FF2B5EF4-FFF2-40B4-BE49-F238E27FC236}">
                <a16:creationId xmlns:a16="http://schemas.microsoft.com/office/drawing/2014/main" id="{5518B595-5A04-0768-52B1-73F11E475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572" y="3435545"/>
            <a:ext cx="4253399" cy="1740114"/>
          </a:xfrm>
        </p:spPr>
        <p:txBody>
          <a:bodyPr rtlCol="0">
            <a:noAutofit/>
          </a:bodyPr>
          <a:lstStyle>
            <a:lvl1pPr>
              <a:defRPr lang="es-ES">
                <a:solidFill>
                  <a:schemeClr val="accent6"/>
                </a:solidFill>
              </a:defRPr>
            </a:lvl1pPr>
          </a:lstStyle>
          <a:p>
            <a:pPr rtl="0"/>
            <a:r>
              <a:rPr lang="en-US"/>
              <a:t>Click to edit Master title style</a:t>
            </a:r>
            <a:endParaRPr lang="es-ES" dirty="0"/>
          </a:p>
        </p:txBody>
      </p:sp>
      <p:sp>
        <p:nvSpPr>
          <p:cNvPr id="7" name="Forma libre: Forma 4">
            <a:extLst>
              <a:ext uri="{FF2B5EF4-FFF2-40B4-BE49-F238E27FC236}">
                <a16:creationId xmlns:a16="http://schemas.microsoft.com/office/drawing/2014/main" id="{AE722AFD-22D7-4BD8-B055-3867C3800E16}"/>
              </a:ext>
            </a:extLst>
          </p:cNvPr>
          <p:cNvSpPr/>
          <p:nvPr userDrawn="1"/>
        </p:nvSpPr>
        <p:spPr>
          <a:xfrm>
            <a:off x="6282845" y="525294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sz="1800" dirty="0"/>
          </a:p>
        </p:txBody>
      </p:sp>
      <p:sp>
        <p:nvSpPr>
          <p:cNvPr id="13" name="Forma libre: Forma 12">
            <a:extLst>
              <a:ext uri="{FF2B5EF4-FFF2-40B4-BE49-F238E27FC236}">
                <a16:creationId xmlns:a16="http://schemas.microsoft.com/office/drawing/2014/main" id="{5D0355E4-3980-42A9-9376-74163520D39D}"/>
              </a:ext>
            </a:extLst>
          </p:cNvPr>
          <p:cNvSpPr/>
          <p:nvPr userDrawn="1"/>
        </p:nvSpPr>
        <p:spPr>
          <a:xfrm>
            <a:off x="8375472" y="496110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sz="1800" dirty="0"/>
          </a:p>
        </p:txBody>
      </p:sp>
      <p:sp>
        <p:nvSpPr>
          <p:cNvPr id="14" name="Forma libre: Forma 13">
            <a:extLst>
              <a:ext uri="{FF2B5EF4-FFF2-40B4-BE49-F238E27FC236}">
                <a16:creationId xmlns:a16="http://schemas.microsoft.com/office/drawing/2014/main" id="{70174533-8C0E-4E82-A582-891A0555FA1F}"/>
              </a:ext>
            </a:extLst>
          </p:cNvPr>
          <p:cNvSpPr/>
          <p:nvPr userDrawn="1"/>
        </p:nvSpPr>
        <p:spPr>
          <a:xfrm>
            <a:off x="7328126" y="2310315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sz="1800" dirty="0"/>
          </a:p>
        </p:txBody>
      </p:sp>
      <p:sp>
        <p:nvSpPr>
          <p:cNvPr id="15" name="Forma libre: Forma 14">
            <a:extLst>
              <a:ext uri="{FF2B5EF4-FFF2-40B4-BE49-F238E27FC236}">
                <a16:creationId xmlns:a16="http://schemas.microsoft.com/office/drawing/2014/main" id="{071E3938-A754-4D49-B509-249EE9BD83AB}"/>
              </a:ext>
            </a:extLst>
          </p:cNvPr>
          <p:cNvSpPr/>
          <p:nvPr userDrawn="1"/>
        </p:nvSpPr>
        <p:spPr>
          <a:xfrm>
            <a:off x="8375472" y="4095335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16" name="Forma libre: Forma 15">
            <a:extLst>
              <a:ext uri="{FF2B5EF4-FFF2-40B4-BE49-F238E27FC236}">
                <a16:creationId xmlns:a16="http://schemas.microsoft.com/office/drawing/2014/main" id="{B9D430ED-A815-4274-966C-8192C4230569}"/>
              </a:ext>
            </a:extLst>
          </p:cNvPr>
          <p:cNvSpPr/>
          <p:nvPr userDrawn="1"/>
        </p:nvSpPr>
        <p:spPr>
          <a:xfrm>
            <a:off x="9403474" y="231031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sz="1800" dirty="0"/>
          </a:p>
        </p:txBody>
      </p:sp>
      <p:sp>
        <p:nvSpPr>
          <p:cNvPr id="24" name="Marcador de posición del contenido 47" descr="Haga clic en el icono para agregar una imagen">
            <a:extLst>
              <a:ext uri="{FF2B5EF4-FFF2-40B4-BE49-F238E27FC236}">
                <a16:creationId xmlns:a16="http://schemas.microsoft.com/office/drawing/2014/main" id="{5414CF94-2913-4AE7-AAC3-3D61FE74288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74027" y="1076241"/>
            <a:ext cx="1913128" cy="1054727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lang="es-ES"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el estilo de título del patrón </a:t>
            </a:r>
          </a:p>
        </p:txBody>
      </p:sp>
      <p:sp>
        <p:nvSpPr>
          <p:cNvPr id="26" name="Marcador de posición del contenido 47" descr="Haga clic en el icono para agregar una imagen">
            <a:extLst>
              <a:ext uri="{FF2B5EF4-FFF2-40B4-BE49-F238E27FC236}">
                <a16:creationId xmlns:a16="http://schemas.microsoft.com/office/drawing/2014/main" id="{3CE3485A-395E-4C5F-A00F-D230FF7CFB9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375472" y="1076241"/>
            <a:ext cx="1904890" cy="1054728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lang="es-ES"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editar el estilo de título del patrón </a:t>
            </a:r>
          </a:p>
        </p:txBody>
      </p:sp>
      <p:sp>
        <p:nvSpPr>
          <p:cNvPr id="33" name="Marcador de posición del contenido 47" descr="Haga clic en el icono para agregar una imagen">
            <a:extLst>
              <a:ext uri="{FF2B5EF4-FFF2-40B4-BE49-F238E27FC236}">
                <a16:creationId xmlns:a16="http://schemas.microsoft.com/office/drawing/2014/main" id="{6A8DFBFF-5B07-49C6-ADB8-341FCD1E753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321949" y="2844725"/>
            <a:ext cx="1914694" cy="1089194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lang="es-ES"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el estilo de título del patrón </a:t>
            </a:r>
          </a:p>
        </p:txBody>
      </p:sp>
      <p:sp>
        <p:nvSpPr>
          <p:cNvPr id="34" name="Marcador de posición del contenido 47" descr="Haga clic en el icono para agregar una imagen">
            <a:extLst>
              <a:ext uri="{FF2B5EF4-FFF2-40B4-BE49-F238E27FC236}">
                <a16:creationId xmlns:a16="http://schemas.microsoft.com/office/drawing/2014/main" id="{1AC7F192-CFC3-470A-9467-330212C6F52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409651" y="2826795"/>
            <a:ext cx="1913128" cy="1107124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lang="es-ES"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el estilo de título del patrón </a:t>
            </a:r>
          </a:p>
        </p:txBody>
      </p:sp>
      <p:sp>
        <p:nvSpPr>
          <p:cNvPr id="35" name="Marcador de posición del contenido 47" descr="Haga clic en el icono para agregar una imagen">
            <a:extLst>
              <a:ext uri="{FF2B5EF4-FFF2-40B4-BE49-F238E27FC236}">
                <a16:creationId xmlns:a16="http://schemas.microsoft.com/office/drawing/2014/main" id="{A5D53FF3-B0CD-4D31-9128-2D2E0E89F09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67234" y="4631270"/>
            <a:ext cx="1913128" cy="1075689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lang="es-ES"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el estilo de título del patrón </a:t>
            </a:r>
          </a:p>
        </p:txBody>
      </p:sp>
      <p:sp>
        <p:nvSpPr>
          <p:cNvPr id="6" name="Forma libre: Forma 6">
            <a:extLst>
              <a:ext uri="{FF2B5EF4-FFF2-40B4-BE49-F238E27FC236}">
                <a16:creationId xmlns:a16="http://schemas.microsoft.com/office/drawing/2014/main" id="{4D27EAE5-5D14-4E2B-9A4E-E1CE7C26F40F}"/>
              </a:ext>
            </a:extLst>
          </p:cNvPr>
          <p:cNvSpPr/>
          <p:nvPr userDrawn="1"/>
        </p:nvSpPr>
        <p:spPr>
          <a:xfrm>
            <a:off x="630971" y="606175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29" name="Forma libre 28">
            <a:extLst>
              <a:ext uri="{FF2B5EF4-FFF2-40B4-BE49-F238E27FC236}">
                <a16:creationId xmlns:a16="http://schemas.microsoft.com/office/drawing/2014/main" id="{0B88ADED-0863-78D3-7710-E131932E965F}"/>
              </a:ext>
            </a:extLst>
          </p:cNvPr>
          <p:cNvSpPr/>
          <p:nvPr userDrawn="1"/>
        </p:nvSpPr>
        <p:spPr>
          <a:xfrm>
            <a:off x="10460480" y="505838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8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8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28" name="Forma libre 27">
            <a:extLst>
              <a:ext uri="{FF2B5EF4-FFF2-40B4-BE49-F238E27FC236}">
                <a16:creationId xmlns:a16="http://schemas.microsoft.com/office/drawing/2014/main" id="{32435EB1-8BEE-9EEE-D9E4-E53D56B7E09C}"/>
              </a:ext>
            </a:extLst>
          </p:cNvPr>
          <p:cNvSpPr/>
          <p:nvPr userDrawn="1"/>
        </p:nvSpPr>
        <p:spPr>
          <a:xfrm>
            <a:off x="11498097" y="2436654"/>
            <a:ext cx="698022" cy="1868948"/>
          </a:xfrm>
          <a:custGeom>
            <a:avLst/>
            <a:gdLst>
              <a:gd name="connsiteX0" fmla="*/ 698022 w 698022"/>
              <a:gd name="connsiteY0" fmla="*/ 0 h 1868948"/>
              <a:gd name="connsiteX1" fmla="*/ 698022 w 698022"/>
              <a:gd name="connsiteY1" fmla="*/ 1868948 h 1868948"/>
              <a:gd name="connsiteX2" fmla="*/ 0 w 698022"/>
              <a:gd name="connsiteY2" fmla="*/ 1477709 h 1868948"/>
              <a:gd name="connsiteX3" fmla="*/ 0 w 698022"/>
              <a:gd name="connsiteY3" fmla="*/ 397939 h 1868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8022" h="1868948">
                <a:moveTo>
                  <a:pt x="698022" y="0"/>
                </a:moveTo>
                <a:lnTo>
                  <a:pt x="698022" y="1868948"/>
                </a:lnTo>
                <a:lnTo>
                  <a:pt x="0" y="1477709"/>
                </a:lnTo>
                <a:lnTo>
                  <a:pt x="0" y="397939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30" name="Forma libre 29">
            <a:extLst>
              <a:ext uri="{FF2B5EF4-FFF2-40B4-BE49-F238E27FC236}">
                <a16:creationId xmlns:a16="http://schemas.microsoft.com/office/drawing/2014/main" id="{2692688E-3654-181E-6244-F2CED7612746}"/>
              </a:ext>
            </a:extLst>
          </p:cNvPr>
          <p:cNvSpPr/>
          <p:nvPr userDrawn="1"/>
        </p:nvSpPr>
        <p:spPr>
          <a:xfrm>
            <a:off x="10460480" y="4114794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9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9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11" name="Forma libre: Forma 10">
            <a:extLst>
              <a:ext uri="{FF2B5EF4-FFF2-40B4-BE49-F238E27FC236}">
                <a16:creationId xmlns:a16="http://schemas.microsoft.com/office/drawing/2014/main" id="{01796F5D-2CC8-44C2-B5B5-E61BEFFF5A72}"/>
              </a:ext>
            </a:extLst>
          </p:cNvPr>
          <p:cNvSpPr/>
          <p:nvPr userDrawn="1"/>
        </p:nvSpPr>
        <p:spPr>
          <a:xfrm>
            <a:off x="5252937" y="2290859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12" name="Forma libre: Forma 11">
            <a:extLst>
              <a:ext uri="{FF2B5EF4-FFF2-40B4-BE49-F238E27FC236}">
                <a16:creationId xmlns:a16="http://schemas.microsoft.com/office/drawing/2014/main" id="{73093633-6A91-42B5-961C-4B3A5DDF2146}"/>
              </a:ext>
            </a:extLst>
          </p:cNvPr>
          <p:cNvSpPr/>
          <p:nvPr userDrawn="1"/>
        </p:nvSpPr>
        <p:spPr>
          <a:xfrm>
            <a:off x="6310033" y="405642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D6B1A7E0-D0BF-7FCA-D296-94BFC0D611C5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>
          <a:xfrm>
            <a:off x="484632" y="6217920"/>
            <a:ext cx="4114800" cy="365125"/>
          </a:xfrm>
        </p:spPr>
        <p:txBody>
          <a:bodyPr rtlCol="0"/>
          <a:lstStyle>
            <a:lvl1pPr>
              <a:defRPr lang="es-ES">
                <a:solidFill>
                  <a:schemeClr val="accent6"/>
                </a:solidFill>
              </a:defRPr>
            </a:lvl1pPr>
          </a:lstStyle>
          <a:p>
            <a:pPr rtl="0"/>
            <a:r>
              <a:rPr lang="es-ES"/>
              <a:t>Título de la presentación</a:t>
            </a:r>
            <a:endParaRPr lang="es-ES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FCAC10D1-DF42-8734-0793-84312B963E6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>
          <a:xfrm>
            <a:off x="11194169" y="6217920"/>
            <a:ext cx="458592" cy="365125"/>
          </a:xfrm>
        </p:spPr>
        <p:txBody>
          <a:bodyPr rtlCol="0"/>
          <a:lstStyle>
            <a:lvl1pPr>
              <a:defRPr lang="es-ES">
                <a:solidFill>
                  <a:schemeClr val="accent6"/>
                </a:solidFill>
              </a:defRPr>
            </a:lvl1pPr>
          </a:lstStyle>
          <a:p>
            <a:pPr rtl="0"/>
            <a:fld id="{47FEACEE-25B4-4A2D-B147-27296E36371D}" type="slidenum">
              <a:rPr lang="es-ES" altLang="zh-CN" smtClean="0"/>
              <a:pPr rtl="0"/>
              <a:t>‹#›</a:t>
            </a:fld>
            <a:endParaRPr lang="es-ES" altLang="zh-CN" dirty="0"/>
          </a:p>
        </p:txBody>
      </p:sp>
    </p:spTree>
    <p:extLst>
      <p:ext uri="{BB962C8B-B14F-4D97-AF65-F5344CB8AC3E}">
        <p14:creationId xmlns:p14="http://schemas.microsoft.com/office/powerpoint/2010/main" val="8620970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8">
          <p15:clr>
            <a:srgbClr val="FBAE40"/>
          </p15:clr>
        </p15:guide>
        <p15:guide id="2" pos="50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50C1D3CF-F6AF-93EB-C40E-C278E5844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2096892"/>
            <a:ext cx="5117162" cy="1325563"/>
          </a:xfrm>
        </p:spPr>
        <p:txBody>
          <a:bodyPr rtlCol="0">
            <a:noAutofit/>
          </a:bodyPr>
          <a:lstStyle>
            <a:lvl1pPr>
              <a:defRPr lang="es-ES">
                <a:solidFill>
                  <a:schemeClr val="accent6"/>
                </a:solidFill>
              </a:defRPr>
            </a:lvl1pPr>
          </a:lstStyle>
          <a:p>
            <a:pPr rtl="0"/>
            <a:r>
              <a:rPr lang="en-US"/>
              <a:t>Click to edit Master title style</a:t>
            </a:r>
            <a:endParaRPr lang="es-ES" dirty="0"/>
          </a:p>
        </p:txBody>
      </p:sp>
      <p:sp>
        <p:nvSpPr>
          <p:cNvPr id="14" name="Marcador de posición del contenido 47">
            <a:extLst>
              <a:ext uri="{FF2B5EF4-FFF2-40B4-BE49-F238E27FC236}">
                <a16:creationId xmlns:a16="http://schemas.microsoft.com/office/drawing/2014/main" id="{E61594E5-F661-407F-9B5E-62267D2E6AA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09574" y="3435546"/>
            <a:ext cx="4260180" cy="1294530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>
              <a:lnSpc>
                <a:spcPct val="100000"/>
              </a:lnSpc>
              <a:buNone/>
              <a:defRPr lang="es-ES" sz="1500" b="0">
                <a:solidFill>
                  <a:schemeClr val="accent6"/>
                </a:solidFill>
                <a:latin typeface="+mn-lt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los estilos de texto del patrón </a:t>
            </a:r>
          </a:p>
        </p:txBody>
      </p:sp>
      <p:sp>
        <p:nvSpPr>
          <p:cNvPr id="21" name="Marcador de posición de imagen 20">
            <a:extLst>
              <a:ext uri="{FF2B5EF4-FFF2-40B4-BE49-F238E27FC236}">
                <a16:creationId xmlns:a16="http://schemas.microsoft.com/office/drawing/2014/main" id="{988BDF24-3B67-5B77-0D48-319FA7FD0F65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5745001" y="0"/>
            <a:ext cx="6446999" cy="6858000"/>
          </a:xfrm>
          <a:custGeom>
            <a:avLst/>
            <a:gdLst>
              <a:gd name="connsiteX0" fmla="*/ 2550369 w 6483642"/>
              <a:gd name="connsiteY0" fmla="*/ 0 h 6858000"/>
              <a:gd name="connsiteX1" fmla="*/ 4338592 w 6483642"/>
              <a:gd name="connsiteY1" fmla="*/ 0 h 6858000"/>
              <a:gd name="connsiteX2" fmla="*/ 6483642 w 6483642"/>
              <a:gd name="connsiteY2" fmla="*/ 1338386 h 6858000"/>
              <a:gd name="connsiteX3" fmla="*/ 6483642 w 6483642"/>
              <a:gd name="connsiteY3" fmla="*/ 5624376 h 6858000"/>
              <a:gd name="connsiteX4" fmla="*/ 4378767 w 6483642"/>
              <a:gd name="connsiteY4" fmla="*/ 6858000 h 6858000"/>
              <a:gd name="connsiteX5" fmla="*/ 2590564 w 6483642"/>
              <a:gd name="connsiteY5" fmla="*/ 6858000 h 6858000"/>
              <a:gd name="connsiteX6" fmla="*/ 133 w 6483642"/>
              <a:gd name="connsiteY6" fmla="*/ 5332429 h 6858000"/>
              <a:gd name="connsiteX7" fmla="*/ 20164 w 6483642"/>
              <a:gd name="connsiteY7" fmla="*/ 1404433 h 6858000"/>
              <a:gd name="connsiteX0" fmla="*/ 2530205 w 6463478"/>
              <a:gd name="connsiteY0" fmla="*/ 0 h 6858000"/>
              <a:gd name="connsiteX1" fmla="*/ 4318428 w 6463478"/>
              <a:gd name="connsiteY1" fmla="*/ 0 h 6858000"/>
              <a:gd name="connsiteX2" fmla="*/ 6463478 w 6463478"/>
              <a:gd name="connsiteY2" fmla="*/ 1338386 h 6858000"/>
              <a:gd name="connsiteX3" fmla="*/ 6463478 w 6463478"/>
              <a:gd name="connsiteY3" fmla="*/ 5624376 h 6858000"/>
              <a:gd name="connsiteX4" fmla="*/ 4358603 w 6463478"/>
              <a:gd name="connsiteY4" fmla="*/ 6858000 h 6858000"/>
              <a:gd name="connsiteX5" fmla="*/ 2570400 w 6463478"/>
              <a:gd name="connsiteY5" fmla="*/ 6858000 h 6858000"/>
              <a:gd name="connsiteX6" fmla="*/ 17140 w 6463478"/>
              <a:gd name="connsiteY6" fmla="*/ 5339864 h 6858000"/>
              <a:gd name="connsiteX7" fmla="*/ 0 w 6463478"/>
              <a:gd name="connsiteY7" fmla="*/ 1404433 h 6858000"/>
              <a:gd name="connsiteX8" fmla="*/ 2530205 w 6463478"/>
              <a:gd name="connsiteY8" fmla="*/ 0 h 6858000"/>
              <a:gd name="connsiteX0" fmla="*/ 2513726 w 6446999"/>
              <a:gd name="connsiteY0" fmla="*/ 0 h 6858000"/>
              <a:gd name="connsiteX1" fmla="*/ 4301949 w 6446999"/>
              <a:gd name="connsiteY1" fmla="*/ 0 h 6858000"/>
              <a:gd name="connsiteX2" fmla="*/ 6446999 w 6446999"/>
              <a:gd name="connsiteY2" fmla="*/ 1338386 h 6858000"/>
              <a:gd name="connsiteX3" fmla="*/ 6446999 w 6446999"/>
              <a:gd name="connsiteY3" fmla="*/ 5624376 h 6858000"/>
              <a:gd name="connsiteX4" fmla="*/ 4342124 w 6446999"/>
              <a:gd name="connsiteY4" fmla="*/ 6858000 h 6858000"/>
              <a:gd name="connsiteX5" fmla="*/ 2553921 w 6446999"/>
              <a:gd name="connsiteY5" fmla="*/ 6858000 h 6858000"/>
              <a:gd name="connsiteX6" fmla="*/ 661 w 6446999"/>
              <a:gd name="connsiteY6" fmla="*/ 5339864 h 6858000"/>
              <a:gd name="connsiteX7" fmla="*/ 299 w 6446999"/>
              <a:gd name="connsiteY7" fmla="*/ 1396044 h 6858000"/>
              <a:gd name="connsiteX8" fmla="*/ 2513726 w 644699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46999" h="6858000">
                <a:moveTo>
                  <a:pt x="2513726" y="0"/>
                </a:moveTo>
                <a:lnTo>
                  <a:pt x="4301949" y="0"/>
                </a:lnTo>
                <a:lnTo>
                  <a:pt x="6446999" y="1338386"/>
                </a:lnTo>
                <a:lnTo>
                  <a:pt x="6446999" y="5624376"/>
                </a:lnTo>
                <a:lnTo>
                  <a:pt x="4342124" y="6858000"/>
                </a:lnTo>
                <a:lnTo>
                  <a:pt x="2553921" y="6858000"/>
                </a:lnTo>
                <a:lnTo>
                  <a:pt x="661" y="5339864"/>
                </a:lnTo>
                <a:cubicBezTo>
                  <a:pt x="-1473" y="4048155"/>
                  <a:pt x="2433" y="2687753"/>
                  <a:pt x="299" y="1396044"/>
                </a:cubicBezTo>
                <a:lnTo>
                  <a:pt x="2513726" y="0"/>
                </a:lnTo>
                <a:close/>
              </a:path>
            </a:pathLst>
          </a:custGeom>
          <a:noFill/>
        </p:spPr>
        <p:txBody>
          <a:bodyPr wrap="square" rtlCol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s-ES" dirty="0">
                <a:solidFill>
                  <a:schemeClr val="accent6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es-ES"/>
            </a:pPr>
            <a:r>
              <a:rPr lang="en-US"/>
              <a:t>Click icon to add picture</a:t>
            </a:r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1F6C45B-70BB-86F1-1866-F93BEC26ACF8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 rtlCol="0">
            <a:noAutofit/>
          </a:bodyPr>
          <a:lstStyle>
            <a:lvl1pPr>
              <a:defRPr lang="es-ES">
                <a:solidFill>
                  <a:schemeClr val="accent6"/>
                </a:solidFill>
              </a:defRPr>
            </a:lvl1pPr>
          </a:lstStyle>
          <a:p>
            <a:pPr rtl="0"/>
            <a:r>
              <a:rPr lang="es-ES"/>
              <a:t>Título de la presentación</a:t>
            </a:r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870044D-485D-043B-9D5B-C01AA8E06447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 rtlCol="0">
            <a:noAutofit/>
          </a:bodyPr>
          <a:lstStyle>
            <a:lvl1pPr>
              <a:defRPr lang="es-ES">
                <a:solidFill>
                  <a:schemeClr val="accent6"/>
                </a:solidFill>
              </a:defRPr>
            </a:lvl1pPr>
          </a:lstStyle>
          <a:p>
            <a:pPr rtl="0"/>
            <a:fld id="{47FEACEE-25B4-4A2D-B147-27296E36371D}" type="slidenum">
              <a:rPr lang="es-ES" altLang="zh-CN" smtClean="0"/>
              <a:pPr rtl="0"/>
              <a:t>‹#›</a:t>
            </a:fld>
            <a:endParaRPr lang="es-ES" altLang="zh-CN" dirty="0"/>
          </a:p>
        </p:txBody>
      </p:sp>
    </p:spTree>
    <p:extLst>
      <p:ext uri="{BB962C8B-B14F-4D97-AF65-F5344CB8AC3E}">
        <p14:creationId xmlns:p14="http://schemas.microsoft.com/office/powerpoint/2010/main" val="4161259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abezado de la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título 4">
            <a:extLst>
              <a:ext uri="{FF2B5EF4-FFF2-40B4-BE49-F238E27FC236}">
                <a16:creationId xmlns:a16="http://schemas.microsoft.com/office/drawing/2014/main" id="{F73BF8E3-2426-5D65-6582-D4B03C765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0510" y="2016579"/>
            <a:ext cx="4441188" cy="27758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es-ES">
                <a:solidFill>
                  <a:schemeClr val="accent6"/>
                </a:solidFill>
              </a:defRPr>
            </a:lvl1pPr>
          </a:lstStyle>
          <a:p>
            <a:pPr rtl="0"/>
            <a:r>
              <a:rPr lang="en-US"/>
              <a:t>Click to edit Master title style</a:t>
            </a:r>
            <a:endParaRPr lang="es-ES" dirty="0"/>
          </a:p>
        </p:txBody>
      </p:sp>
      <p:sp>
        <p:nvSpPr>
          <p:cNvPr id="18" name="Hexágono 17">
            <a:extLst>
              <a:ext uri="{FF2B5EF4-FFF2-40B4-BE49-F238E27FC236}">
                <a16:creationId xmlns:a16="http://schemas.microsoft.com/office/drawing/2014/main" id="{ADF8D8A3-175E-9A50-A98B-3766DAAB5EE2}"/>
              </a:ext>
            </a:extLst>
          </p:cNvPr>
          <p:cNvSpPr/>
          <p:nvPr userDrawn="1"/>
        </p:nvSpPr>
        <p:spPr>
          <a:xfrm rot="5400000">
            <a:off x="1308232" y="2004972"/>
            <a:ext cx="3593592" cy="2880360"/>
          </a:xfrm>
          <a:prstGeom prst="hexagon">
            <a:avLst>
              <a:gd name="adj" fmla="val 31211"/>
              <a:gd name="vf" fmla="val 11547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>
              <a:solidFill>
                <a:schemeClr val="accent6"/>
              </a:solidFill>
            </a:endParaRPr>
          </a:p>
        </p:txBody>
      </p:sp>
      <p:sp>
        <p:nvSpPr>
          <p:cNvPr id="11" name="Texto 47" descr="Haga clic en el icono para agregar una imagen">
            <a:extLst>
              <a:ext uri="{FF2B5EF4-FFF2-40B4-BE49-F238E27FC236}">
                <a16:creationId xmlns:a16="http://schemas.microsoft.com/office/drawing/2014/main" id="{B264F104-ED4D-9A7F-E598-295893E05B7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319235" y="2911781"/>
            <a:ext cx="1570612" cy="107082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13000"/>
              </a:lnSpc>
              <a:buNone/>
              <a:defRPr lang="es-ES" sz="1800" b="1" cap="all" baseline="0">
                <a:solidFill>
                  <a:schemeClr val="accent6"/>
                </a:solidFill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el estilo de título del patrón </a:t>
            </a:r>
          </a:p>
        </p:txBody>
      </p:sp>
      <p:sp>
        <p:nvSpPr>
          <p:cNvPr id="17" name="Marcador de posición de imagen 16">
            <a:extLst>
              <a:ext uri="{FF2B5EF4-FFF2-40B4-BE49-F238E27FC236}">
                <a16:creationId xmlns:a16="http://schemas.microsoft.com/office/drawing/2014/main" id="{7A084A88-6A62-9495-6CFE-1127D5CAAAB2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581710" y="555648"/>
            <a:ext cx="5045662" cy="5783096"/>
          </a:xfrm>
          <a:custGeom>
            <a:avLst/>
            <a:gdLst>
              <a:gd name="connsiteX0" fmla="*/ 2523318 w 5045662"/>
              <a:gd name="connsiteY0" fmla="*/ 1092708 h 5783096"/>
              <a:gd name="connsiteX1" fmla="*/ 1083139 w 5045662"/>
              <a:gd name="connsiteY1" fmla="*/ 1991697 h 5783096"/>
              <a:gd name="connsiteX2" fmla="*/ 1083139 w 5045662"/>
              <a:gd name="connsiteY2" fmla="*/ 3787311 h 5783096"/>
              <a:gd name="connsiteX3" fmla="*/ 2523318 w 5045662"/>
              <a:gd name="connsiteY3" fmla="*/ 4686300 h 5783096"/>
              <a:gd name="connsiteX4" fmla="*/ 3963497 w 5045662"/>
              <a:gd name="connsiteY4" fmla="*/ 3787311 h 5783096"/>
              <a:gd name="connsiteX5" fmla="*/ 3963497 w 5045662"/>
              <a:gd name="connsiteY5" fmla="*/ 1991697 h 5783096"/>
              <a:gd name="connsiteX6" fmla="*/ 2470122 w 5045662"/>
              <a:gd name="connsiteY6" fmla="*/ 0 h 5783096"/>
              <a:gd name="connsiteX7" fmla="*/ 5037208 w 5045662"/>
              <a:gd name="connsiteY7" fmla="*/ 1458369 h 5783096"/>
              <a:gd name="connsiteX8" fmla="*/ 5045662 w 5045662"/>
              <a:gd name="connsiteY8" fmla="*/ 4339769 h 5783096"/>
              <a:gd name="connsiteX9" fmla="*/ 2561576 w 5045662"/>
              <a:gd name="connsiteY9" fmla="*/ 5783096 h 5783096"/>
              <a:gd name="connsiteX10" fmla="*/ 24164 w 5045662"/>
              <a:gd name="connsiteY10" fmla="*/ 4354881 h 5783096"/>
              <a:gd name="connsiteX11" fmla="*/ 0 w 5045662"/>
              <a:gd name="connsiteY11" fmla="*/ 1453765 h 5783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045662" h="5783096">
                <a:moveTo>
                  <a:pt x="2523318" y="1092708"/>
                </a:moveTo>
                <a:lnTo>
                  <a:pt x="1083139" y="1991697"/>
                </a:lnTo>
                <a:lnTo>
                  <a:pt x="1083139" y="3787311"/>
                </a:lnTo>
                <a:lnTo>
                  <a:pt x="2523318" y="4686300"/>
                </a:lnTo>
                <a:lnTo>
                  <a:pt x="3963497" y="3787311"/>
                </a:lnTo>
                <a:lnTo>
                  <a:pt x="3963497" y="1991697"/>
                </a:lnTo>
                <a:close/>
                <a:moveTo>
                  <a:pt x="2470122" y="0"/>
                </a:moveTo>
                <a:lnTo>
                  <a:pt x="5037208" y="1458369"/>
                </a:lnTo>
                <a:cubicBezTo>
                  <a:pt x="5040026" y="2418836"/>
                  <a:pt x="5042844" y="3379302"/>
                  <a:pt x="5045662" y="4339769"/>
                </a:cubicBezTo>
                <a:lnTo>
                  <a:pt x="2561576" y="5783096"/>
                </a:lnTo>
                <a:lnTo>
                  <a:pt x="24164" y="4354881"/>
                </a:lnTo>
                <a:lnTo>
                  <a:pt x="0" y="1453765"/>
                </a:lnTo>
                <a:close/>
              </a:path>
            </a:pathLst>
          </a:custGeom>
        </p:spPr>
        <p:txBody>
          <a:bodyPr wrap="square" tIns="457200" rtlCol="0">
            <a:noAutofit/>
          </a:bodyPr>
          <a:lstStyle>
            <a:lvl1pPr marL="0" indent="0" algn="ctr">
              <a:buNone/>
              <a:defRPr lang="es-ES">
                <a:solidFill>
                  <a:schemeClr val="accent6"/>
                </a:solidFill>
              </a:defRPr>
            </a:lvl1pPr>
          </a:lstStyle>
          <a:p>
            <a:pPr rtl="0"/>
            <a:r>
              <a:rPr lang="en-US"/>
              <a:t>Click icon to add picture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07711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42BC57-1D8D-9F59-24F9-1E8232279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829" y="507076"/>
            <a:ext cx="10515600" cy="1115434"/>
          </a:xfrm>
        </p:spPr>
        <p:txBody>
          <a:bodyPr rtlCol="0"/>
          <a:lstStyle>
            <a:lvl1pPr>
              <a:defRPr lang="es-ES">
                <a:solidFill>
                  <a:schemeClr val="accent6"/>
                </a:solidFill>
              </a:defRPr>
            </a:lvl1pPr>
          </a:lstStyle>
          <a:p>
            <a:pPr rtl="0"/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11" name="Marcador de posición del contenido 47">
            <a:extLst>
              <a:ext uri="{FF2B5EF4-FFF2-40B4-BE49-F238E27FC236}">
                <a16:creationId xmlns:a16="http://schemas.microsoft.com/office/drawing/2014/main" id="{561744A6-D3EA-42C3-8E71-3BB8BA1E6149}"/>
              </a:ext>
            </a:extLst>
          </p:cNvPr>
          <p:cNvSpPr>
            <a:spLocks noGrp="1"/>
          </p:cNvSpPr>
          <p:nvPr>
            <p:ph type="chart" sz="quarter" idx="27" hasCustomPrompt="1"/>
          </p:nvPr>
        </p:nvSpPr>
        <p:spPr>
          <a:xfrm>
            <a:off x="587829" y="1622510"/>
            <a:ext cx="10889796" cy="4155757"/>
          </a:xfrm>
          <a:prstGeom prst="rect">
            <a:avLst/>
          </a:prstGeom>
        </p:spPr>
        <p:txBody>
          <a:bodyPr rtlCol="0"/>
          <a:lstStyle>
            <a:lvl1pPr>
              <a:defRPr lang="es-ES">
                <a:solidFill>
                  <a:schemeClr val="accent6"/>
                </a:solidFill>
              </a:defRPr>
            </a:lvl1pPr>
          </a:lstStyle>
          <a:p>
            <a:pPr rtl="0"/>
            <a:r>
              <a:rPr lang="es-ES"/>
              <a:t>Haga clic para editar el estilo del texto patrón</a:t>
            </a:r>
            <a:endParaRPr lang="es-ES" alt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1C82179-6F61-D1EC-D800-74B748B37F0E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 rtlCol="0"/>
          <a:lstStyle>
            <a:lvl1pPr>
              <a:defRPr lang="es-ES">
                <a:solidFill>
                  <a:schemeClr val="accent6"/>
                </a:solidFill>
              </a:defRPr>
            </a:lvl1pPr>
          </a:lstStyle>
          <a:p>
            <a:pPr rtl="0"/>
            <a:r>
              <a:rPr lang="es-ES"/>
              <a:t>Título de la presentación</a:t>
            </a:r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8803A51-0211-9F66-D20B-444BC94AA39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 rtlCol="0"/>
          <a:lstStyle>
            <a:lvl1pPr>
              <a:defRPr lang="es-ES">
                <a:solidFill>
                  <a:schemeClr val="accent6"/>
                </a:solidFill>
              </a:defRPr>
            </a:lvl1pPr>
          </a:lstStyle>
          <a:p>
            <a:pPr rtl="0"/>
            <a:fld id="{47FEACEE-25B4-4A2D-B147-27296E36371D}" type="slidenum">
              <a:rPr lang="es-ES" altLang="zh-CN" smtClean="0"/>
              <a:pPr rtl="0"/>
              <a:t>‹#›</a:t>
            </a:fld>
            <a:endParaRPr lang="es-ES" altLang="zh-CN" dirty="0"/>
          </a:p>
        </p:txBody>
      </p:sp>
    </p:spTree>
    <p:extLst>
      <p:ext uri="{BB962C8B-B14F-4D97-AF65-F5344CB8AC3E}">
        <p14:creationId xmlns:p14="http://schemas.microsoft.com/office/powerpoint/2010/main" val="2676827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contenido con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Marcador de título 4">
            <a:extLst>
              <a:ext uri="{FF2B5EF4-FFF2-40B4-BE49-F238E27FC236}">
                <a16:creationId xmlns:a16="http://schemas.microsoft.com/office/drawing/2014/main" id="{05751864-B11A-0286-13EA-2AC2A2C8D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709" y="721538"/>
            <a:ext cx="10889796" cy="141899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 lang="es-ES">
                <a:solidFill>
                  <a:schemeClr val="accent6"/>
                </a:solidFill>
              </a:defRPr>
            </a:lvl1pPr>
          </a:lstStyle>
          <a:p>
            <a:pPr rtl="0"/>
            <a:r>
              <a:rPr lang="en-US"/>
              <a:t>Click to edit Master title style</a:t>
            </a:r>
            <a:endParaRPr lang="es-ES" dirty="0"/>
          </a:p>
        </p:txBody>
      </p:sp>
      <p:sp>
        <p:nvSpPr>
          <p:cNvPr id="10" name="Marcador de posición de tabla">
            <a:extLst>
              <a:ext uri="{FF2B5EF4-FFF2-40B4-BE49-F238E27FC236}">
                <a16:creationId xmlns:a16="http://schemas.microsoft.com/office/drawing/2014/main" id="{CFC5FF09-DE50-4155-81A0-5DD9B700F205}"/>
              </a:ext>
            </a:extLst>
          </p:cNvPr>
          <p:cNvSpPr>
            <a:spLocks noGrp="1"/>
          </p:cNvSpPr>
          <p:nvPr>
            <p:ph type="tbl" sz="quarter" idx="27" hasCustomPrompt="1"/>
          </p:nvPr>
        </p:nvSpPr>
        <p:spPr>
          <a:xfrm>
            <a:off x="581709" y="1614198"/>
            <a:ext cx="10889796" cy="4317856"/>
          </a:xfrm>
          <a:prstGeom prst="rect">
            <a:avLst/>
          </a:prstGeom>
        </p:spPr>
        <p:txBody>
          <a:bodyPr rtlCol="0">
            <a:noAutofit/>
          </a:bodyPr>
          <a:lstStyle>
            <a:lvl1pPr>
              <a:defRPr lang="es-ES">
                <a:solidFill>
                  <a:schemeClr val="accent6"/>
                </a:solidFill>
              </a:defRPr>
            </a:lvl1pPr>
          </a:lstStyle>
          <a:p>
            <a:pPr rtl="0"/>
            <a:r>
              <a:rPr lang="es-ES"/>
              <a:t>Haga clic para editar el estilo del texto patrón</a:t>
            </a:r>
            <a:endParaRPr lang="es-ES" altLang="en-US"/>
          </a:p>
        </p:txBody>
      </p:sp>
      <p:sp>
        <p:nvSpPr>
          <p:cNvPr id="9" name="Forma libre: Forma 5">
            <a:extLst>
              <a:ext uri="{FF2B5EF4-FFF2-40B4-BE49-F238E27FC236}">
                <a16:creationId xmlns:a16="http://schemas.microsoft.com/office/drawing/2014/main" id="{3F619E6B-153E-B522-47EB-4104C405736C}"/>
              </a:ext>
            </a:extLst>
          </p:cNvPr>
          <p:cNvSpPr/>
          <p:nvPr userDrawn="1"/>
        </p:nvSpPr>
        <p:spPr>
          <a:xfrm>
            <a:off x="10551278" y="4665388"/>
            <a:ext cx="603952" cy="68174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>
              <a:solidFill>
                <a:schemeClr val="accent6"/>
              </a:solidFill>
            </a:endParaRPr>
          </a:p>
        </p:txBody>
      </p:sp>
      <p:sp>
        <p:nvSpPr>
          <p:cNvPr id="12" name="Forma libre 11">
            <a:extLst>
              <a:ext uri="{FF2B5EF4-FFF2-40B4-BE49-F238E27FC236}">
                <a16:creationId xmlns:a16="http://schemas.microsoft.com/office/drawing/2014/main" id="{687A7B3D-E004-6D6A-5979-8F1BADBC9237}"/>
              </a:ext>
            </a:extLst>
          </p:cNvPr>
          <p:cNvSpPr/>
          <p:nvPr userDrawn="1"/>
        </p:nvSpPr>
        <p:spPr>
          <a:xfrm>
            <a:off x="10524774" y="5146146"/>
            <a:ext cx="1667226" cy="1711855"/>
          </a:xfrm>
          <a:custGeom>
            <a:avLst/>
            <a:gdLst>
              <a:gd name="connsiteX0" fmla="*/ 998834 w 1667226"/>
              <a:gd name="connsiteY0" fmla="*/ 0 h 1711855"/>
              <a:gd name="connsiteX1" fmla="*/ 1667226 w 1667226"/>
              <a:gd name="connsiteY1" fmla="*/ 373790 h 1711855"/>
              <a:gd name="connsiteX2" fmla="*/ 1667226 w 1667226"/>
              <a:gd name="connsiteY2" fmla="*/ 1711855 h 1711855"/>
              <a:gd name="connsiteX3" fmla="*/ 48502 w 1667226"/>
              <a:gd name="connsiteY3" fmla="*/ 1711855 h 1711855"/>
              <a:gd name="connsiteX4" fmla="*/ 0 w 1667226"/>
              <a:gd name="connsiteY4" fmla="*/ 1684915 h 1711855"/>
              <a:gd name="connsiteX5" fmla="*/ 0 w 1667226"/>
              <a:gd name="connsiteY5" fmla="*/ 564300 h 17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67226" h="1711855">
                <a:moveTo>
                  <a:pt x="998834" y="0"/>
                </a:moveTo>
                <a:lnTo>
                  <a:pt x="1667226" y="373790"/>
                </a:lnTo>
                <a:lnTo>
                  <a:pt x="1667226" y="1711855"/>
                </a:lnTo>
                <a:lnTo>
                  <a:pt x="48502" y="1711855"/>
                </a:lnTo>
                <a:lnTo>
                  <a:pt x="0" y="1684915"/>
                </a:lnTo>
                <a:lnTo>
                  <a:pt x="0" y="564300"/>
                </a:lnTo>
                <a:close/>
              </a:path>
            </a:pathLst>
          </a:custGeom>
          <a:noFill/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>
              <a:solidFill>
                <a:schemeClr val="accent6"/>
              </a:solidFill>
            </a:endParaRPr>
          </a:p>
        </p:txBody>
      </p:sp>
      <p:sp>
        <p:nvSpPr>
          <p:cNvPr id="13" name="Forma libre: Forma 11">
            <a:extLst>
              <a:ext uri="{FF2B5EF4-FFF2-40B4-BE49-F238E27FC236}">
                <a16:creationId xmlns:a16="http://schemas.microsoft.com/office/drawing/2014/main" id="{A4CA3A93-BDBF-112D-54A0-05BF6B06BCC1}"/>
              </a:ext>
            </a:extLst>
          </p:cNvPr>
          <p:cNvSpPr/>
          <p:nvPr userDrawn="1"/>
        </p:nvSpPr>
        <p:spPr>
          <a:xfrm>
            <a:off x="10177285" y="5347130"/>
            <a:ext cx="748554" cy="85636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/>
            </a:pPr>
            <a:endParaRPr kumimoji="0" lang="es-E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5F7A154B-D8F5-C1FB-307D-496380875BD1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 rtlCol="0">
            <a:noAutofit/>
          </a:bodyPr>
          <a:lstStyle>
            <a:lvl1pPr>
              <a:defRPr lang="es-ES">
                <a:solidFill>
                  <a:schemeClr val="accent6"/>
                </a:solidFill>
              </a:defRPr>
            </a:lvl1pPr>
          </a:lstStyle>
          <a:p>
            <a:pPr rtl="0"/>
            <a:r>
              <a:rPr lang="es-ES"/>
              <a:t>Título de la presentación</a:t>
            </a:r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728715E-D2CE-A33E-1A28-4E627F239BB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 rtlCol="0">
            <a:noAutofit/>
          </a:bodyPr>
          <a:lstStyle>
            <a:lvl1pPr>
              <a:defRPr lang="es-ES">
                <a:solidFill>
                  <a:schemeClr val="accent6"/>
                </a:solidFill>
              </a:defRPr>
            </a:lvl1pPr>
          </a:lstStyle>
          <a:p>
            <a:pPr rtl="0"/>
            <a:fld id="{47FEACEE-25B4-4A2D-B147-27296E36371D}" type="slidenum">
              <a:rPr lang="es-ES" altLang="zh-CN" smtClean="0"/>
              <a:pPr rtl="0"/>
              <a:t>‹#›</a:t>
            </a:fld>
            <a:endParaRPr lang="es-ES" altLang="zh-CN" dirty="0"/>
          </a:p>
        </p:txBody>
      </p:sp>
    </p:spTree>
    <p:extLst>
      <p:ext uri="{BB962C8B-B14F-4D97-AF65-F5344CB8AC3E}">
        <p14:creationId xmlns:p14="http://schemas.microsoft.com/office/powerpoint/2010/main" val="2121256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8BF58E95-E9E1-28E6-FB2F-DE80889223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9079" y="1856195"/>
            <a:ext cx="4518122" cy="1688906"/>
          </a:xfrm>
        </p:spPr>
        <p:txBody>
          <a:bodyPr rtlCol="0" anchor="b">
            <a:noAutofit/>
          </a:bodyPr>
          <a:lstStyle>
            <a:lvl1pPr>
              <a:defRPr lang="es-ES" sz="2700">
                <a:latin typeface="+mn-lt"/>
              </a:defRPr>
            </a:lvl1pPr>
          </a:lstStyle>
          <a:p>
            <a:pPr rtl="0"/>
            <a:r>
              <a:rPr lang="es-ES"/>
              <a:t>Haga clic para editar el texto</a:t>
            </a:r>
          </a:p>
        </p:txBody>
      </p:sp>
      <p:sp>
        <p:nvSpPr>
          <p:cNvPr id="11" name="subtítulo 47">
            <a:extLst>
              <a:ext uri="{FF2B5EF4-FFF2-40B4-BE49-F238E27FC236}">
                <a16:creationId xmlns:a16="http://schemas.microsoft.com/office/drawing/2014/main" id="{3B45AD65-2B81-A368-E5F0-5C61D0B1DFE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95999" y="3695015"/>
            <a:ext cx="4672693" cy="1688906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>
              <a:lnSpc>
                <a:spcPct val="100000"/>
              </a:lnSpc>
              <a:buNone/>
              <a:defRPr lang="es-ES" sz="1500" b="0">
                <a:solidFill>
                  <a:schemeClr val="accent4"/>
                </a:solidFill>
                <a:latin typeface="+mn-lt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los estilos de texto del patrón </a:t>
            </a:r>
          </a:p>
        </p:txBody>
      </p:sp>
      <p:sp>
        <p:nvSpPr>
          <p:cNvPr id="4" name="Forma libre: Forma 5">
            <a:extLst>
              <a:ext uri="{FF2B5EF4-FFF2-40B4-BE49-F238E27FC236}">
                <a16:creationId xmlns:a16="http://schemas.microsoft.com/office/drawing/2014/main" id="{0CA4AA19-0D07-46AB-AC12-64054BBBB499}"/>
              </a:ext>
            </a:extLst>
          </p:cNvPr>
          <p:cNvSpPr/>
          <p:nvPr userDrawn="1"/>
        </p:nvSpPr>
        <p:spPr>
          <a:xfrm>
            <a:off x="3843559" y="722518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5" name="Forma libre: Forma 6">
            <a:extLst>
              <a:ext uri="{FF2B5EF4-FFF2-40B4-BE49-F238E27FC236}">
                <a16:creationId xmlns:a16="http://schemas.microsoft.com/office/drawing/2014/main" id="{DF781D9E-0DF5-4DDA-84E6-35DFB054158C}"/>
              </a:ext>
            </a:extLst>
          </p:cNvPr>
          <p:cNvSpPr/>
          <p:nvPr userDrawn="1"/>
        </p:nvSpPr>
        <p:spPr>
          <a:xfrm>
            <a:off x="1223929" y="1436914"/>
            <a:ext cx="2857005" cy="326977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sz="1600" dirty="0"/>
          </a:p>
        </p:txBody>
      </p:sp>
      <p:sp>
        <p:nvSpPr>
          <p:cNvPr id="6" name="Forma libre: Forma 7">
            <a:extLst>
              <a:ext uri="{FF2B5EF4-FFF2-40B4-BE49-F238E27FC236}">
                <a16:creationId xmlns:a16="http://schemas.microsoft.com/office/drawing/2014/main" id="{86BA1075-E23C-4BC9-8F67-B2E408F864D2}"/>
              </a:ext>
            </a:extLst>
          </p:cNvPr>
          <p:cNvSpPr/>
          <p:nvPr userDrawn="1"/>
        </p:nvSpPr>
        <p:spPr>
          <a:xfrm>
            <a:off x="758702" y="3457554"/>
            <a:ext cx="1208037" cy="138175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8" name="Forma libre: Forma 11">
            <a:extLst>
              <a:ext uri="{FF2B5EF4-FFF2-40B4-BE49-F238E27FC236}">
                <a16:creationId xmlns:a16="http://schemas.microsoft.com/office/drawing/2014/main" id="{B2A4CA75-D17E-243B-9C56-A63C75AF6D56}"/>
              </a:ext>
            </a:extLst>
          </p:cNvPr>
          <p:cNvSpPr/>
          <p:nvPr userDrawn="1"/>
        </p:nvSpPr>
        <p:spPr>
          <a:xfrm>
            <a:off x="2917915" y="4662164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/>
            </a:pPr>
            <a:endParaRPr kumimoji="0" lang="es-E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964077E-956B-EA3A-700F-A833D82341FE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 rtlCol="0">
            <a:noAutofit/>
          </a:bodyPr>
          <a:lstStyle>
            <a:defPPr>
              <a:defRPr lang="es-ES"/>
            </a:defPPr>
          </a:lstStyle>
          <a:p>
            <a:pPr rtl="0"/>
            <a:r>
              <a:rPr lang="es-ES" noProof="0"/>
              <a:t>Título de la presentación</a:t>
            </a:r>
            <a:endParaRPr lang="es-ES" noProof="0" dirty="0"/>
          </a:p>
        </p:txBody>
      </p:sp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8ED455D4-27F3-B6AD-2A20-7475F307E5E4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 rtlCol="0">
            <a:noAutofit/>
          </a:bodyPr>
          <a:lstStyle>
            <a:defPPr>
              <a:defRPr lang="es-ES"/>
            </a:defPPr>
          </a:lstStyle>
          <a:p>
            <a:pPr rtl="0"/>
            <a:fld id="{47FEACEE-25B4-4A2D-B147-27296E36371D}" type="slidenum">
              <a:rPr lang="es-ES" altLang="zh-CN" noProof="0" smtClean="0"/>
              <a:pPr rtl="0"/>
              <a:t>‹#›</a:t>
            </a:fld>
            <a:endParaRPr lang="es-E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25641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miembros del equi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arcador de título 4">
            <a:extLst>
              <a:ext uri="{FF2B5EF4-FFF2-40B4-BE49-F238E27FC236}">
                <a16:creationId xmlns:a16="http://schemas.microsoft.com/office/drawing/2014/main" id="{DCA6F28B-ACF1-D3CB-8968-4F64BEA02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s-ES">
                <a:solidFill>
                  <a:schemeClr val="accent6"/>
                </a:solidFill>
              </a:defRPr>
            </a:lvl1pPr>
          </a:lstStyle>
          <a:p>
            <a:pPr rtl="0"/>
            <a:r>
              <a:rPr lang="en-US"/>
              <a:t>Click to edit Master title style</a:t>
            </a:r>
            <a:endParaRPr lang="es-ES" dirty="0"/>
          </a:p>
        </p:txBody>
      </p:sp>
      <p:sp>
        <p:nvSpPr>
          <p:cNvPr id="60" name="Marcador de posición del contenido 47">
            <a:extLst>
              <a:ext uri="{FF2B5EF4-FFF2-40B4-BE49-F238E27FC236}">
                <a16:creationId xmlns:a16="http://schemas.microsoft.com/office/drawing/2014/main" id="{E2F72F6F-0172-47B0-8D9E-0EED383332E2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1114798" y="2560353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rtlCol="0" anchor="ctr">
            <a:noAutofit/>
          </a:bodyPr>
          <a:lstStyle>
            <a:lvl1pPr marL="0" indent="0" algn="l">
              <a:buFontTx/>
              <a:buNone/>
              <a:defRPr lang="es-ES" sz="1050">
                <a:solidFill>
                  <a:schemeClr val="accent6"/>
                </a:solidFill>
              </a:defRPr>
            </a:lvl1pPr>
          </a:lstStyle>
          <a:p>
            <a:pPr rtl="0"/>
            <a:r>
              <a:rPr lang="en-US"/>
              <a:t>Click icon to add picture</a:t>
            </a:r>
            <a:endParaRPr lang="es-ES" altLang="zh-CN" dirty="0"/>
          </a:p>
        </p:txBody>
      </p:sp>
      <p:sp>
        <p:nvSpPr>
          <p:cNvPr id="52" name="Marcador de posición del contenido 47" descr="Haga clic en el icono para agregar una imagen">
            <a:extLst>
              <a:ext uri="{FF2B5EF4-FFF2-40B4-BE49-F238E27FC236}">
                <a16:creationId xmlns:a16="http://schemas.microsoft.com/office/drawing/2014/main" id="{2369DDD8-CFC2-4980-A0DB-411AA173B47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14003" y="4764289"/>
            <a:ext cx="2098039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lang="es-ES"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el estilo de título del patrón </a:t>
            </a:r>
          </a:p>
        </p:txBody>
      </p:sp>
      <p:sp>
        <p:nvSpPr>
          <p:cNvPr id="53" name="Marcador de posición del contenido 47">
            <a:extLst>
              <a:ext uri="{FF2B5EF4-FFF2-40B4-BE49-F238E27FC236}">
                <a16:creationId xmlns:a16="http://schemas.microsoft.com/office/drawing/2014/main" id="{B66AC261-5929-40D2-A646-8F16675DE38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14003" y="5295180"/>
            <a:ext cx="2098038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lang="es-ES" sz="1400" b="0">
                <a:solidFill>
                  <a:schemeClr val="accent6"/>
                </a:solidFill>
                <a:latin typeface="+mn-lt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los estilos de texto del patrón </a:t>
            </a:r>
          </a:p>
        </p:txBody>
      </p:sp>
      <p:sp>
        <p:nvSpPr>
          <p:cNvPr id="61" name="Marcador de posición del contenido 47">
            <a:extLst>
              <a:ext uri="{FF2B5EF4-FFF2-40B4-BE49-F238E27FC236}">
                <a16:creationId xmlns:a16="http://schemas.microsoft.com/office/drawing/2014/main" id="{B33A9FB2-1610-4389-B352-D99255F77BEC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3623536" y="1840730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rtlCol="0" anchor="ctr">
            <a:noAutofit/>
          </a:bodyPr>
          <a:lstStyle>
            <a:lvl1pPr marL="0" indent="0" algn="l">
              <a:buFontTx/>
              <a:buNone/>
              <a:defRPr lang="es-ES" sz="1050">
                <a:solidFill>
                  <a:schemeClr val="accent6"/>
                </a:solidFill>
              </a:defRPr>
            </a:lvl1pPr>
          </a:lstStyle>
          <a:p>
            <a:pPr rtl="0"/>
            <a:r>
              <a:rPr lang="en-US"/>
              <a:t>Click icon to add picture</a:t>
            </a:r>
            <a:endParaRPr lang="es-ES" altLang="zh-CN" dirty="0"/>
          </a:p>
        </p:txBody>
      </p:sp>
      <p:sp>
        <p:nvSpPr>
          <p:cNvPr id="21" name="Marcador de posición del contenido 47" descr="Haga clic en el icono para agregar una imagen">
            <a:extLst>
              <a:ext uri="{FF2B5EF4-FFF2-40B4-BE49-F238E27FC236}">
                <a16:creationId xmlns:a16="http://schemas.microsoft.com/office/drawing/2014/main" id="{DEE851A8-3FB7-B319-A053-BE08A45763C5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3720440" y="4045832"/>
            <a:ext cx="2098039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lang="es-ES"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el estilo de título del patrón </a:t>
            </a:r>
          </a:p>
        </p:txBody>
      </p:sp>
      <p:sp>
        <p:nvSpPr>
          <p:cNvPr id="22" name="Marcador de posición del contenido 47">
            <a:extLst>
              <a:ext uri="{FF2B5EF4-FFF2-40B4-BE49-F238E27FC236}">
                <a16:creationId xmlns:a16="http://schemas.microsoft.com/office/drawing/2014/main" id="{5743B59B-3EAA-B249-07CE-9C9C5B0B6AB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3720440" y="4576723"/>
            <a:ext cx="2098038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lang="es-ES" sz="1400" b="0">
                <a:solidFill>
                  <a:schemeClr val="accent6"/>
                </a:solidFill>
                <a:latin typeface="+mn-lt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los estilos de texto del patrón </a:t>
            </a:r>
          </a:p>
        </p:txBody>
      </p:sp>
      <p:sp>
        <p:nvSpPr>
          <p:cNvPr id="62" name="Marcador de posición del contenido 47">
            <a:extLst>
              <a:ext uri="{FF2B5EF4-FFF2-40B4-BE49-F238E27FC236}">
                <a16:creationId xmlns:a16="http://schemas.microsoft.com/office/drawing/2014/main" id="{0AC60B87-71AC-4AA8-9AE7-B3B427BACB12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6113401" y="2560353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rtlCol="0" anchor="ctr">
            <a:noAutofit/>
          </a:bodyPr>
          <a:lstStyle>
            <a:lvl1pPr marL="0" indent="0" algn="l">
              <a:buFontTx/>
              <a:buNone/>
              <a:defRPr lang="es-ES" sz="1050">
                <a:solidFill>
                  <a:schemeClr val="accent6"/>
                </a:solidFill>
              </a:defRPr>
            </a:lvl1pPr>
          </a:lstStyle>
          <a:p>
            <a:pPr rtl="0"/>
            <a:r>
              <a:rPr lang="en-US"/>
              <a:t>Click icon to add picture</a:t>
            </a:r>
            <a:endParaRPr lang="es-ES" altLang="zh-CN" dirty="0"/>
          </a:p>
        </p:txBody>
      </p:sp>
      <p:sp>
        <p:nvSpPr>
          <p:cNvPr id="19" name="Marcador de posición del contenido 47" descr="Haga clic en el icono para agregar una imagen">
            <a:extLst>
              <a:ext uri="{FF2B5EF4-FFF2-40B4-BE49-F238E27FC236}">
                <a16:creationId xmlns:a16="http://schemas.microsoft.com/office/drawing/2014/main" id="{110FBA5D-2CEB-4D44-16CA-0F24099B1401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218710" y="4764289"/>
            <a:ext cx="2098039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lang="es-ES"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el estilo de título del patrón </a:t>
            </a:r>
          </a:p>
        </p:txBody>
      </p:sp>
      <p:sp>
        <p:nvSpPr>
          <p:cNvPr id="20" name="Marcador de posición del contenido 47">
            <a:extLst>
              <a:ext uri="{FF2B5EF4-FFF2-40B4-BE49-F238E27FC236}">
                <a16:creationId xmlns:a16="http://schemas.microsoft.com/office/drawing/2014/main" id="{2108E774-D145-FA07-58F1-7DB37A30A59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218710" y="5295180"/>
            <a:ext cx="2098038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lang="es-ES" sz="1400" b="0">
                <a:solidFill>
                  <a:schemeClr val="accent6"/>
                </a:solidFill>
                <a:latin typeface="+mn-lt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los estilos de texto del patrón </a:t>
            </a:r>
          </a:p>
        </p:txBody>
      </p:sp>
      <p:sp>
        <p:nvSpPr>
          <p:cNvPr id="63" name="Marcador de posición del contenido 47">
            <a:extLst>
              <a:ext uri="{FF2B5EF4-FFF2-40B4-BE49-F238E27FC236}">
                <a16:creationId xmlns:a16="http://schemas.microsoft.com/office/drawing/2014/main" id="{05B25D7D-82BA-4FF5-9C92-4AD181847515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8500328" y="1836331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rtlCol="0" anchor="ctr">
            <a:noAutofit/>
          </a:bodyPr>
          <a:lstStyle>
            <a:lvl1pPr marL="0" indent="0" algn="l">
              <a:buFontTx/>
              <a:buNone/>
              <a:defRPr lang="es-ES" sz="1050">
                <a:solidFill>
                  <a:schemeClr val="accent6"/>
                </a:solidFill>
              </a:defRPr>
            </a:lvl1pPr>
          </a:lstStyle>
          <a:p>
            <a:pPr rtl="0"/>
            <a:r>
              <a:rPr lang="en-US"/>
              <a:t>Click icon to add picture</a:t>
            </a:r>
            <a:endParaRPr lang="es-ES" altLang="zh-CN" dirty="0"/>
          </a:p>
        </p:txBody>
      </p:sp>
      <p:sp>
        <p:nvSpPr>
          <p:cNvPr id="25" name="Marcador de posición del contenido 47" descr="Haga clic en el icono para agregar una imagen">
            <a:extLst>
              <a:ext uri="{FF2B5EF4-FFF2-40B4-BE49-F238E27FC236}">
                <a16:creationId xmlns:a16="http://schemas.microsoft.com/office/drawing/2014/main" id="{A9C2624B-E6E6-C673-E8FF-F4BF909C3AC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635340" y="4045832"/>
            <a:ext cx="2098039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lang="es-ES"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el estilo de título del patrón </a:t>
            </a:r>
          </a:p>
        </p:txBody>
      </p:sp>
      <p:sp>
        <p:nvSpPr>
          <p:cNvPr id="26" name="Marcador de posición del contenido 47">
            <a:extLst>
              <a:ext uri="{FF2B5EF4-FFF2-40B4-BE49-F238E27FC236}">
                <a16:creationId xmlns:a16="http://schemas.microsoft.com/office/drawing/2014/main" id="{A003837A-CCD7-3699-D86F-CB884CA4C675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635340" y="4576723"/>
            <a:ext cx="2098038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lang="es-ES" sz="1400" b="0">
                <a:solidFill>
                  <a:schemeClr val="accent6"/>
                </a:solidFill>
                <a:latin typeface="+mn-lt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los estilos de texto del patrón </a:t>
            </a:r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89028585-56FF-7B3D-783D-D06964F7C099}"/>
              </a:ext>
            </a:extLst>
          </p:cNvPr>
          <p:cNvSpPr>
            <a:spLocks noGrp="1"/>
          </p:cNvSpPr>
          <p:nvPr>
            <p:ph type="ftr" sz="quarter" idx="58"/>
          </p:nvPr>
        </p:nvSpPr>
        <p:spPr/>
        <p:txBody>
          <a:bodyPr rtlCol="0">
            <a:noAutofit/>
          </a:bodyPr>
          <a:lstStyle>
            <a:lvl1pPr>
              <a:defRPr lang="es-ES">
                <a:solidFill>
                  <a:schemeClr val="accent6"/>
                </a:solidFill>
              </a:defRPr>
            </a:lvl1pPr>
          </a:lstStyle>
          <a:p>
            <a:pPr rtl="0"/>
            <a:r>
              <a:rPr lang="es-ES"/>
              <a:t>Título de la presentación</a:t>
            </a:r>
            <a:endParaRPr lang="es-ES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7D090978-DDC9-0FA2-2CFD-733C8B854F3C}"/>
              </a:ext>
            </a:extLst>
          </p:cNvPr>
          <p:cNvSpPr>
            <a:spLocks noGrp="1"/>
          </p:cNvSpPr>
          <p:nvPr>
            <p:ph type="sldNum" sz="quarter" idx="59"/>
          </p:nvPr>
        </p:nvSpPr>
        <p:spPr/>
        <p:txBody>
          <a:bodyPr rtlCol="0">
            <a:noAutofit/>
          </a:bodyPr>
          <a:lstStyle>
            <a:lvl1pPr>
              <a:defRPr lang="es-ES">
                <a:solidFill>
                  <a:schemeClr val="accent6"/>
                </a:solidFill>
              </a:defRPr>
            </a:lvl1pPr>
          </a:lstStyle>
          <a:p>
            <a:pPr rtl="0"/>
            <a:fld id="{47FEACEE-25B4-4A2D-B147-27296E36371D}" type="slidenum">
              <a:rPr lang="es-ES" altLang="zh-CN" smtClean="0"/>
              <a:pPr rtl="0"/>
              <a:t>‹#›</a:t>
            </a:fld>
            <a:endParaRPr lang="es-ES" altLang="zh-CN" dirty="0"/>
          </a:p>
        </p:txBody>
      </p:sp>
    </p:spTree>
    <p:extLst>
      <p:ext uri="{BB962C8B-B14F-4D97-AF65-F5344CB8AC3E}">
        <p14:creationId xmlns:p14="http://schemas.microsoft.com/office/powerpoint/2010/main" val="226368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miembros del equi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AB92FA2A-46BA-2A19-C3CE-EC6985867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2367293"/>
            <a:ext cx="3909993" cy="3629708"/>
          </a:xfrm>
        </p:spPr>
        <p:txBody>
          <a:bodyPr rtlCol="0" anchor="t">
            <a:noAutofit/>
          </a:bodyPr>
          <a:lstStyle>
            <a:lvl1pPr>
              <a:defRPr lang="es-ES">
                <a:solidFill>
                  <a:schemeClr val="accent6"/>
                </a:solidFill>
              </a:defRPr>
            </a:lvl1pPr>
          </a:lstStyle>
          <a:p>
            <a:pPr rtl="0"/>
            <a:r>
              <a:rPr lang="en-US"/>
              <a:t>Click to edit Master title style</a:t>
            </a:r>
            <a:endParaRPr lang="es-ES" dirty="0"/>
          </a:p>
        </p:txBody>
      </p:sp>
      <p:sp>
        <p:nvSpPr>
          <p:cNvPr id="38" name="Marcador de posición del contenido 47">
            <a:extLst>
              <a:ext uri="{FF2B5EF4-FFF2-40B4-BE49-F238E27FC236}">
                <a16:creationId xmlns:a16="http://schemas.microsoft.com/office/drawing/2014/main" id="{BF9EDF7D-3BB1-43C0-92BB-091CCC520477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4269796" y="436455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rtlCol="0" anchor="ctr">
            <a:noAutofit/>
          </a:bodyPr>
          <a:lstStyle>
            <a:lvl1pPr marL="0" indent="0" algn="ctr">
              <a:buNone/>
              <a:defRPr lang="es-ES" sz="1000">
                <a:solidFill>
                  <a:schemeClr val="accent6"/>
                </a:solidFill>
              </a:defRPr>
            </a:lvl1pPr>
          </a:lstStyle>
          <a:p>
            <a:pPr rtl="0"/>
            <a:r>
              <a:rPr lang="en-US"/>
              <a:t>Click icon to add picture</a:t>
            </a:r>
            <a:endParaRPr lang="es-ES" altLang="en-US"/>
          </a:p>
        </p:txBody>
      </p:sp>
      <p:sp>
        <p:nvSpPr>
          <p:cNvPr id="39" name="Marcador de posición del contenido 47" descr="Haga clic en el icono para agregar una imagen">
            <a:extLst>
              <a:ext uri="{FF2B5EF4-FFF2-40B4-BE49-F238E27FC236}">
                <a16:creationId xmlns:a16="http://schemas.microsoft.com/office/drawing/2014/main" id="{15896C2C-7C25-4BC0-AF9B-DF590A2909A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520210" y="522515"/>
            <a:ext cx="2289842" cy="626551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es-ES"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el estilo de título del patrón </a:t>
            </a:r>
          </a:p>
        </p:txBody>
      </p:sp>
      <p:sp>
        <p:nvSpPr>
          <p:cNvPr id="40" name="Marcador de posición del contenido 47">
            <a:extLst>
              <a:ext uri="{FF2B5EF4-FFF2-40B4-BE49-F238E27FC236}">
                <a16:creationId xmlns:a16="http://schemas.microsoft.com/office/drawing/2014/main" id="{CAC554EF-FF8F-4055-A716-E82F461413B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20211" y="1165881"/>
            <a:ext cx="2289842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lang="es-ES" sz="1400" b="0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los estilos de texto del patrón </a:t>
            </a:r>
          </a:p>
        </p:txBody>
      </p:sp>
      <p:sp>
        <p:nvSpPr>
          <p:cNvPr id="56" name="Marcador de posición del contenido 47">
            <a:extLst>
              <a:ext uri="{FF2B5EF4-FFF2-40B4-BE49-F238E27FC236}">
                <a16:creationId xmlns:a16="http://schemas.microsoft.com/office/drawing/2014/main" id="{4F0742C0-A9F2-4886-B17E-6915399483C3}"/>
              </a:ext>
            </a:extLst>
          </p:cNvPr>
          <p:cNvSpPr>
            <a:spLocks noGrp="1"/>
          </p:cNvSpPr>
          <p:nvPr>
            <p:ph type="pic" sz="quarter" idx="72"/>
          </p:nvPr>
        </p:nvSpPr>
        <p:spPr>
          <a:xfrm>
            <a:off x="8059916" y="436455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rtlCol="0" anchor="ctr">
            <a:noAutofit/>
          </a:bodyPr>
          <a:lstStyle>
            <a:lvl1pPr marL="0" indent="0" algn="ctr">
              <a:buNone/>
              <a:defRPr lang="es-ES" sz="1000">
                <a:solidFill>
                  <a:schemeClr val="accent6"/>
                </a:solidFill>
              </a:defRPr>
            </a:lvl1pPr>
          </a:lstStyle>
          <a:p>
            <a:pPr rtl="0"/>
            <a:r>
              <a:rPr lang="en-US"/>
              <a:t>Click icon to add picture</a:t>
            </a:r>
            <a:endParaRPr lang="es-ES" altLang="en-US"/>
          </a:p>
        </p:txBody>
      </p:sp>
      <p:sp>
        <p:nvSpPr>
          <p:cNvPr id="41" name="Marcador de posición del contenido 47" descr="Haga clic en el icono para agregar una imagen">
            <a:extLst>
              <a:ext uri="{FF2B5EF4-FFF2-40B4-BE49-F238E27FC236}">
                <a16:creationId xmlns:a16="http://schemas.microsoft.com/office/drawing/2014/main" id="{CE3DC674-39AB-43B9-AC30-97A68D221596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309889" y="642667"/>
            <a:ext cx="2098039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es-ES"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el estilo de título del patrón </a:t>
            </a:r>
          </a:p>
        </p:txBody>
      </p:sp>
      <p:sp>
        <p:nvSpPr>
          <p:cNvPr id="42" name="Marcador de posición del contenido 47">
            <a:extLst>
              <a:ext uri="{FF2B5EF4-FFF2-40B4-BE49-F238E27FC236}">
                <a16:creationId xmlns:a16="http://schemas.microsoft.com/office/drawing/2014/main" id="{F12189CA-0E22-41A5-91FD-03761860993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309891" y="1165881"/>
            <a:ext cx="2098038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l">
              <a:lnSpc>
                <a:spcPct val="100000"/>
              </a:lnSpc>
              <a:buNone/>
              <a:defRPr lang="es-E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s-ES"/>
              <a:t>Haga clic para modificar los estilos de texto del patrón </a:t>
            </a:r>
          </a:p>
        </p:txBody>
      </p:sp>
      <p:sp>
        <p:nvSpPr>
          <p:cNvPr id="48" name="Marcador de posición del contenido 47">
            <a:extLst>
              <a:ext uri="{FF2B5EF4-FFF2-40B4-BE49-F238E27FC236}">
                <a16:creationId xmlns:a16="http://schemas.microsoft.com/office/drawing/2014/main" id="{A962C62E-F92F-445A-9243-8B433747A548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4269796" y="2004222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rtlCol="0" anchor="ctr">
            <a:noAutofit/>
          </a:bodyPr>
          <a:lstStyle>
            <a:lvl1pPr marL="0" indent="0" algn="ctr">
              <a:buNone/>
              <a:defRPr lang="es-ES" sz="1000">
                <a:solidFill>
                  <a:schemeClr val="accent6"/>
                </a:solidFill>
              </a:defRPr>
            </a:lvl1pPr>
          </a:lstStyle>
          <a:p>
            <a:pPr rtl="0"/>
            <a:r>
              <a:rPr lang="en-US"/>
              <a:t>Click icon to add picture</a:t>
            </a:r>
            <a:endParaRPr lang="es-ES" altLang="en-US"/>
          </a:p>
        </p:txBody>
      </p:sp>
      <p:sp>
        <p:nvSpPr>
          <p:cNvPr id="43" name="Marcador de posición del contenido 47" descr="Haga clic en el icono para agregar una imagen">
            <a:extLst>
              <a:ext uri="{FF2B5EF4-FFF2-40B4-BE49-F238E27FC236}">
                <a16:creationId xmlns:a16="http://schemas.microsoft.com/office/drawing/2014/main" id="{DE6F9463-BB2D-43FC-BE8F-21D3F9A2539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5520210" y="2105171"/>
            <a:ext cx="2193021" cy="617418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es-ES"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el estilo de título del patrón </a:t>
            </a:r>
          </a:p>
        </p:txBody>
      </p:sp>
      <p:sp>
        <p:nvSpPr>
          <p:cNvPr id="44" name="Marcador de posición del contenido 47">
            <a:extLst>
              <a:ext uri="{FF2B5EF4-FFF2-40B4-BE49-F238E27FC236}">
                <a16:creationId xmlns:a16="http://schemas.microsoft.com/office/drawing/2014/main" id="{7DF27694-08A2-4530-B763-5A9B9D4DC6E0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5520212" y="2739721"/>
            <a:ext cx="2193021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s-E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s-ES"/>
              <a:t>Haga clic para modificar los estilos de texto del patrón </a:t>
            </a:r>
          </a:p>
        </p:txBody>
      </p:sp>
      <p:sp>
        <p:nvSpPr>
          <p:cNvPr id="61" name="Marcador de posición del contenido 47">
            <a:extLst>
              <a:ext uri="{FF2B5EF4-FFF2-40B4-BE49-F238E27FC236}">
                <a16:creationId xmlns:a16="http://schemas.microsoft.com/office/drawing/2014/main" id="{2EA753B3-D0BB-4484-85D1-E28345D99F4C}"/>
              </a:ext>
            </a:extLst>
          </p:cNvPr>
          <p:cNvSpPr>
            <a:spLocks noGrp="1"/>
          </p:cNvSpPr>
          <p:nvPr>
            <p:ph type="pic" sz="quarter" idx="73"/>
          </p:nvPr>
        </p:nvSpPr>
        <p:spPr>
          <a:xfrm>
            <a:off x="8059916" y="2004222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rtlCol="0" anchor="ctr">
            <a:noAutofit/>
          </a:bodyPr>
          <a:lstStyle>
            <a:lvl1pPr marL="0" indent="0" algn="ctr">
              <a:buNone/>
              <a:defRPr lang="es-ES" sz="1000">
                <a:solidFill>
                  <a:schemeClr val="accent6"/>
                </a:solidFill>
              </a:defRPr>
            </a:lvl1pPr>
          </a:lstStyle>
          <a:p>
            <a:pPr rtl="0"/>
            <a:r>
              <a:rPr lang="en-US"/>
              <a:t>Click icon to add picture</a:t>
            </a:r>
            <a:endParaRPr lang="es-ES" altLang="en-US" dirty="0"/>
          </a:p>
        </p:txBody>
      </p:sp>
      <p:sp>
        <p:nvSpPr>
          <p:cNvPr id="45" name="Marcador de posición del contenido 47" descr="Haga clic en el icono para agregar una imagen">
            <a:extLst>
              <a:ext uri="{FF2B5EF4-FFF2-40B4-BE49-F238E27FC236}">
                <a16:creationId xmlns:a16="http://schemas.microsoft.com/office/drawing/2014/main" id="{20398AA4-3D68-487D-BE7C-9F1D45E3F5FF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9309890" y="2032203"/>
            <a:ext cx="2098039" cy="701144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es-ES"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el estilo de título del patrón </a:t>
            </a:r>
          </a:p>
        </p:txBody>
      </p:sp>
      <p:sp>
        <p:nvSpPr>
          <p:cNvPr id="46" name="Marcador de posición del contenido 47">
            <a:extLst>
              <a:ext uri="{FF2B5EF4-FFF2-40B4-BE49-F238E27FC236}">
                <a16:creationId xmlns:a16="http://schemas.microsoft.com/office/drawing/2014/main" id="{6B623D7A-5E96-42AB-9B1F-14E445503187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9309890" y="2746407"/>
            <a:ext cx="2098038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l">
              <a:lnSpc>
                <a:spcPct val="100000"/>
              </a:lnSpc>
              <a:buNone/>
              <a:defRPr lang="es-E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s-ES"/>
              <a:t>Haga clic para modificar los estilos de texto del patrón </a:t>
            </a:r>
          </a:p>
        </p:txBody>
      </p:sp>
      <p:sp>
        <p:nvSpPr>
          <p:cNvPr id="49" name="Marcador de posición del contenido 47">
            <a:extLst>
              <a:ext uri="{FF2B5EF4-FFF2-40B4-BE49-F238E27FC236}">
                <a16:creationId xmlns:a16="http://schemas.microsoft.com/office/drawing/2014/main" id="{EAA5B0EA-1F3B-4D8B-9BB9-F9037A393705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4269796" y="3571991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rtlCol="0" anchor="ctr">
            <a:noAutofit/>
          </a:bodyPr>
          <a:lstStyle>
            <a:lvl1pPr marL="0" indent="0" algn="ctr">
              <a:buNone/>
              <a:defRPr lang="es-ES" sz="1000">
                <a:solidFill>
                  <a:schemeClr val="accent6"/>
                </a:solidFill>
              </a:defRPr>
            </a:lvl1pPr>
          </a:lstStyle>
          <a:p>
            <a:pPr rtl="0"/>
            <a:r>
              <a:rPr lang="en-US"/>
              <a:t>Click icon to add picture</a:t>
            </a:r>
            <a:endParaRPr lang="es-ES" altLang="en-US"/>
          </a:p>
        </p:txBody>
      </p:sp>
      <p:sp>
        <p:nvSpPr>
          <p:cNvPr id="47" name="Marcador de posición del contenido 47" descr="Haga clic en el icono para agregar una imagen">
            <a:extLst>
              <a:ext uri="{FF2B5EF4-FFF2-40B4-BE49-F238E27FC236}">
                <a16:creationId xmlns:a16="http://schemas.microsoft.com/office/drawing/2014/main" id="{2C93687D-1E42-4B01-9F16-9FA098CE1153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5520210" y="3775516"/>
            <a:ext cx="2098039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es-ES"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el estilo de título del patrón </a:t>
            </a:r>
          </a:p>
        </p:txBody>
      </p:sp>
      <p:sp>
        <p:nvSpPr>
          <p:cNvPr id="50" name="Marcador de posición del contenido 47">
            <a:extLst>
              <a:ext uri="{FF2B5EF4-FFF2-40B4-BE49-F238E27FC236}">
                <a16:creationId xmlns:a16="http://schemas.microsoft.com/office/drawing/2014/main" id="{7AB91474-458B-45F7-9773-FA375C2CF7FD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5520211" y="4312077"/>
            <a:ext cx="2098038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l">
              <a:lnSpc>
                <a:spcPct val="100000"/>
              </a:lnSpc>
              <a:buNone/>
              <a:defRPr lang="es-E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s-ES"/>
              <a:t>Haga clic para modificar los estilos de texto del patrón </a:t>
            </a:r>
          </a:p>
        </p:txBody>
      </p:sp>
      <p:sp>
        <p:nvSpPr>
          <p:cNvPr id="62" name="Marcador de posición del contenido 47">
            <a:extLst>
              <a:ext uri="{FF2B5EF4-FFF2-40B4-BE49-F238E27FC236}">
                <a16:creationId xmlns:a16="http://schemas.microsoft.com/office/drawing/2014/main" id="{52E587E7-A09A-4FB2-8774-8073E737F106}"/>
              </a:ext>
            </a:extLst>
          </p:cNvPr>
          <p:cNvSpPr>
            <a:spLocks noGrp="1"/>
          </p:cNvSpPr>
          <p:nvPr>
            <p:ph type="pic" sz="quarter" idx="74"/>
          </p:nvPr>
        </p:nvSpPr>
        <p:spPr>
          <a:xfrm>
            <a:off x="8059916" y="3571991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rtlCol="0" anchor="ctr">
            <a:noAutofit/>
          </a:bodyPr>
          <a:lstStyle>
            <a:lvl1pPr marL="0" indent="0" algn="ctr">
              <a:buNone/>
              <a:defRPr lang="es-ES" sz="1000">
                <a:solidFill>
                  <a:schemeClr val="accent6"/>
                </a:solidFill>
              </a:defRPr>
            </a:lvl1pPr>
          </a:lstStyle>
          <a:p>
            <a:pPr rtl="0"/>
            <a:r>
              <a:rPr lang="en-US"/>
              <a:t>Click icon to add picture</a:t>
            </a:r>
            <a:endParaRPr lang="es-ES" altLang="en-US"/>
          </a:p>
        </p:txBody>
      </p:sp>
      <p:sp>
        <p:nvSpPr>
          <p:cNvPr id="51" name="Marcador de posición del contenido 47" descr="Haga clic en el icono para agregar una imagen">
            <a:extLst>
              <a:ext uri="{FF2B5EF4-FFF2-40B4-BE49-F238E27FC236}">
                <a16:creationId xmlns:a16="http://schemas.microsoft.com/office/drawing/2014/main" id="{FBF01DC7-D684-4484-B2AA-B50F7B1A00DA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9309889" y="3775516"/>
            <a:ext cx="2098039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es-ES"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el estilo de título del patrón </a:t>
            </a:r>
          </a:p>
        </p:txBody>
      </p:sp>
      <p:sp>
        <p:nvSpPr>
          <p:cNvPr id="52" name="Marcador de posición del contenido 47">
            <a:extLst>
              <a:ext uri="{FF2B5EF4-FFF2-40B4-BE49-F238E27FC236}">
                <a16:creationId xmlns:a16="http://schemas.microsoft.com/office/drawing/2014/main" id="{6046C90F-8A25-4E70-9BC9-4496C6B94EBC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9309891" y="4312077"/>
            <a:ext cx="2098038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l">
              <a:lnSpc>
                <a:spcPct val="100000"/>
              </a:lnSpc>
              <a:buNone/>
              <a:defRPr lang="es-E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s-ES"/>
              <a:t>Haga clic para modificar los estilos de texto del patrón </a:t>
            </a:r>
          </a:p>
        </p:txBody>
      </p:sp>
      <p:sp>
        <p:nvSpPr>
          <p:cNvPr id="55" name="Marcador de posición del contenido 47">
            <a:extLst>
              <a:ext uri="{FF2B5EF4-FFF2-40B4-BE49-F238E27FC236}">
                <a16:creationId xmlns:a16="http://schemas.microsoft.com/office/drawing/2014/main" id="{D05B9A22-6B21-40BB-BBC1-9586C432A97B}"/>
              </a:ext>
            </a:extLst>
          </p:cNvPr>
          <p:cNvSpPr>
            <a:spLocks noGrp="1"/>
          </p:cNvSpPr>
          <p:nvPr>
            <p:ph type="pic" sz="quarter" idx="71"/>
          </p:nvPr>
        </p:nvSpPr>
        <p:spPr>
          <a:xfrm>
            <a:off x="4269796" y="5153614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rtlCol="0" anchor="ctr">
            <a:noAutofit/>
          </a:bodyPr>
          <a:lstStyle>
            <a:lvl1pPr marL="0" indent="0" algn="ctr">
              <a:buNone/>
              <a:defRPr lang="es-ES" sz="1000">
                <a:solidFill>
                  <a:schemeClr val="accent6"/>
                </a:solidFill>
              </a:defRPr>
            </a:lvl1pPr>
          </a:lstStyle>
          <a:p>
            <a:pPr rtl="0"/>
            <a:r>
              <a:rPr lang="en-US"/>
              <a:t>Click icon to add picture</a:t>
            </a:r>
            <a:endParaRPr lang="es-ES" altLang="en-US"/>
          </a:p>
        </p:txBody>
      </p:sp>
      <p:sp>
        <p:nvSpPr>
          <p:cNvPr id="53" name="Marcador de posición del contenido 47" descr="Haga clic en el icono para agregar una imagen">
            <a:extLst>
              <a:ext uri="{FF2B5EF4-FFF2-40B4-BE49-F238E27FC236}">
                <a16:creationId xmlns:a16="http://schemas.microsoft.com/office/drawing/2014/main" id="{F5E2B418-8D0E-4995-A3ED-4348C6F4A1AF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5520210" y="5369449"/>
            <a:ext cx="2098039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es-ES"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el estilo de título del patrón </a:t>
            </a:r>
          </a:p>
        </p:txBody>
      </p:sp>
      <p:sp>
        <p:nvSpPr>
          <p:cNvPr id="58" name="Marcador de posición del contenido 47">
            <a:extLst>
              <a:ext uri="{FF2B5EF4-FFF2-40B4-BE49-F238E27FC236}">
                <a16:creationId xmlns:a16="http://schemas.microsoft.com/office/drawing/2014/main" id="{90A2A6E4-4D11-4F28-9D68-BC28580EBC05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5520211" y="5901594"/>
            <a:ext cx="2098038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l">
              <a:lnSpc>
                <a:spcPct val="100000"/>
              </a:lnSpc>
              <a:buNone/>
              <a:defRPr lang="es-E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s-ES"/>
              <a:t>Haga clic para modificar los estilos de texto del patrón </a:t>
            </a:r>
          </a:p>
        </p:txBody>
      </p:sp>
      <p:sp>
        <p:nvSpPr>
          <p:cNvPr id="63" name="Marcador de posición del contenido 47">
            <a:extLst>
              <a:ext uri="{FF2B5EF4-FFF2-40B4-BE49-F238E27FC236}">
                <a16:creationId xmlns:a16="http://schemas.microsoft.com/office/drawing/2014/main" id="{A74DEBE4-2F74-4EB7-9501-8D37A3151B2A}"/>
              </a:ext>
            </a:extLst>
          </p:cNvPr>
          <p:cNvSpPr>
            <a:spLocks noGrp="1"/>
          </p:cNvSpPr>
          <p:nvPr>
            <p:ph type="pic" sz="quarter" idx="75"/>
          </p:nvPr>
        </p:nvSpPr>
        <p:spPr>
          <a:xfrm>
            <a:off x="8059916" y="5153614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rtlCol="0" anchor="ctr">
            <a:noAutofit/>
          </a:bodyPr>
          <a:lstStyle>
            <a:lvl1pPr marL="0" indent="0" algn="ctr">
              <a:buNone/>
              <a:defRPr lang="es-ES" sz="1000">
                <a:solidFill>
                  <a:schemeClr val="accent6"/>
                </a:solidFill>
              </a:defRPr>
            </a:lvl1pPr>
          </a:lstStyle>
          <a:p>
            <a:pPr rtl="0"/>
            <a:r>
              <a:rPr lang="en-US"/>
              <a:t>Click icon to add picture</a:t>
            </a:r>
            <a:endParaRPr lang="es-ES" altLang="en-US"/>
          </a:p>
        </p:txBody>
      </p:sp>
      <p:sp>
        <p:nvSpPr>
          <p:cNvPr id="59" name="Marcador de posición del contenido 47" descr="Haga clic en el icono para agregar una imagen">
            <a:extLst>
              <a:ext uri="{FF2B5EF4-FFF2-40B4-BE49-F238E27FC236}">
                <a16:creationId xmlns:a16="http://schemas.microsoft.com/office/drawing/2014/main" id="{070D69EE-1032-4604-B201-FD13AE846E9E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9313612" y="5369449"/>
            <a:ext cx="2098039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es-ES"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el estilo de título del patrón </a:t>
            </a:r>
          </a:p>
        </p:txBody>
      </p:sp>
      <p:sp>
        <p:nvSpPr>
          <p:cNvPr id="60" name="Marcador de posición del contenido 47">
            <a:extLst>
              <a:ext uri="{FF2B5EF4-FFF2-40B4-BE49-F238E27FC236}">
                <a16:creationId xmlns:a16="http://schemas.microsoft.com/office/drawing/2014/main" id="{B65187B8-CD7A-46B0-A851-E2456586E758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9309891" y="5901594"/>
            <a:ext cx="2098038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l">
              <a:lnSpc>
                <a:spcPct val="100000"/>
              </a:lnSpc>
              <a:buNone/>
              <a:defRPr lang="es-E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s-ES"/>
              <a:t>Haga clic para modificar los estilos de texto del patrón 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2964988-2386-5A15-B085-00BD5D58E53C}"/>
              </a:ext>
            </a:extLst>
          </p:cNvPr>
          <p:cNvSpPr>
            <a:spLocks noGrp="1"/>
          </p:cNvSpPr>
          <p:nvPr>
            <p:ph type="ftr" sz="quarter" idx="76"/>
          </p:nvPr>
        </p:nvSpPr>
        <p:spPr/>
        <p:txBody>
          <a:bodyPr rtlCol="0">
            <a:noAutofit/>
          </a:bodyPr>
          <a:lstStyle>
            <a:lvl1pPr>
              <a:defRPr lang="es-ES">
                <a:solidFill>
                  <a:schemeClr val="accent6"/>
                </a:solidFill>
              </a:defRPr>
            </a:lvl1pPr>
          </a:lstStyle>
          <a:p>
            <a:pPr rtl="0"/>
            <a:r>
              <a:rPr lang="es-ES"/>
              <a:t>Título de la presentación</a:t>
            </a: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62CC095-C330-BF75-42CE-50A46EAD82C5}"/>
              </a:ext>
            </a:extLst>
          </p:cNvPr>
          <p:cNvSpPr>
            <a:spLocks noGrp="1"/>
          </p:cNvSpPr>
          <p:nvPr>
            <p:ph type="sldNum" sz="quarter" idx="77"/>
          </p:nvPr>
        </p:nvSpPr>
        <p:spPr/>
        <p:txBody>
          <a:bodyPr rtlCol="0">
            <a:noAutofit/>
          </a:bodyPr>
          <a:lstStyle>
            <a:lvl1pPr>
              <a:defRPr lang="es-ES" b="0">
                <a:solidFill>
                  <a:schemeClr val="accent6"/>
                </a:solidFill>
              </a:defRPr>
            </a:lvl1pPr>
          </a:lstStyle>
          <a:p>
            <a:pPr rtl="0"/>
            <a:fld id="{47FEACEE-25B4-4A2D-B147-27296E36371D}" type="slidenum">
              <a:rPr lang="es-ES" altLang="zh-CN" smtClean="0"/>
              <a:pPr rtl="0"/>
              <a:t>‹#›</a:t>
            </a:fld>
            <a:endParaRPr lang="es-ES" altLang="zh-CN" dirty="0"/>
          </a:p>
        </p:txBody>
      </p:sp>
    </p:spTree>
    <p:extLst>
      <p:ext uri="{BB962C8B-B14F-4D97-AF65-F5344CB8AC3E}">
        <p14:creationId xmlns:p14="http://schemas.microsoft.com/office/powerpoint/2010/main" val="3743117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as con icon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rma libre: Forma 6">
            <a:extLst>
              <a:ext uri="{FF2B5EF4-FFF2-40B4-BE49-F238E27FC236}">
                <a16:creationId xmlns:a16="http://schemas.microsoft.com/office/drawing/2014/main" id="{A533F602-EEC9-45F6-8223-8C8F4914919D}"/>
              </a:ext>
            </a:extLst>
          </p:cNvPr>
          <p:cNvSpPr/>
          <p:nvPr userDrawn="1"/>
        </p:nvSpPr>
        <p:spPr>
          <a:xfrm>
            <a:off x="2121636" y="2070606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>
              <a:solidFill>
                <a:schemeClr val="accent6"/>
              </a:solidFill>
            </a:endParaRPr>
          </a:p>
        </p:txBody>
      </p:sp>
      <p:sp>
        <p:nvSpPr>
          <p:cNvPr id="5" name="Forma libre: Forma 7">
            <a:extLst>
              <a:ext uri="{FF2B5EF4-FFF2-40B4-BE49-F238E27FC236}">
                <a16:creationId xmlns:a16="http://schemas.microsoft.com/office/drawing/2014/main" id="{08F73F8C-5CF8-4470-AE2B-8E6D7952FF3E}"/>
              </a:ext>
            </a:extLst>
          </p:cNvPr>
          <p:cNvSpPr/>
          <p:nvPr userDrawn="1"/>
        </p:nvSpPr>
        <p:spPr>
          <a:xfrm>
            <a:off x="4174867" y="207344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>
              <a:solidFill>
                <a:schemeClr val="accent6"/>
              </a:solidFill>
            </a:endParaRPr>
          </a:p>
        </p:txBody>
      </p:sp>
      <p:sp>
        <p:nvSpPr>
          <p:cNvPr id="6" name="Forma libre: Forma 8">
            <a:extLst>
              <a:ext uri="{FF2B5EF4-FFF2-40B4-BE49-F238E27FC236}">
                <a16:creationId xmlns:a16="http://schemas.microsoft.com/office/drawing/2014/main" id="{1299AD72-44AB-4D37-ABBB-9E295508DDB5}"/>
              </a:ext>
            </a:extLst>
          </p:cNvPr>
          <p:cNvSpPr/>
          <p:nvPr userDrawn="1"/>
        </p:nvSpPr>
        <p:spPr>
          <a:xfrm>
            <a:off x="6308379" y="206452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>
              <a:solidFill>
                <a:schemeClr val="accent6"/>
              </a:solidFill>
            </a:endParaRPr>
          </a:p>
        </p:txBody>
      </p:sp>
      <p:sp>
        <p:nvSpPr>
          <p:cNvPr id="7" name="Forma libre: Forma 9">
            <a:extLst>
              <a:ext uri="{FF2B5EF4-FFF2-40B4-BE49-F238E27FC236}">
                <a16:creationId xmlns:a16="http://schemas.microsoft.com/office/drawing/2014/main" id="{834981F1-A16D-4CA2-8001-0D2A65539268}"/>
              </a:ext>
            </a:extLst>
          </p:cNvPr>
          <p:cNvSpPr/>
          <p:nvPr userDrawn="1"/>
        </p:nvSpPr>
        <p:spPr>
          <a:xfrm>
            <a:off x="8407152" y="206898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>
              <a:solidFill>
                <a:schemeClr val="accent6"/>
              </a:solidFill>
            </a:endParaRPr>
          </a:p>
        </p:txBody>
      </p:sp>
      <p:sp>
        <p:nvSpPr>
          <p:cNvPr id="31" name="Marcador de posición del contenido 47" descr="Haga clic en el icono para agregar una imagen">
            <a:extLst>
              <a:ext uri="{FF2B5EF4-FFF2-40B4-BE49-F238E27FC236}">
                <a16:creationId xmlns:a16="http://schemas.microsoft.com/office/drawing/2014/main" id="{7AA46292-B7E4-4DB5-85D0-C4F19D66F86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1770" y="4416565"/>
            <a:ext cx="1877575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lang="es-ES" sz="1800" b="1">
                <a:solidFill>
                  <a:schemeClr val="accent6"/>
                </a:solidFill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el estilo de título del patrón </a:t>
            </a:r>
          </a:p>
        </p:txBody>
      </p:sp>
      <p:sp>
        <p:nvSpPr>
          <p:cNvPr id="32" name="Marcador de posición del contenido 47">
            <a:extLst>
              <a:ext uri="{FF2B5EF4-FFF2-40B4-BE49-F238E27FC236}">
                <a16:creationId xmlns:a16="http://schemas.microsoft.com/office/drawing/2014/main" id="{382E7D57-1A1A-432F-AEA9-9730DEE157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2627" y="5007731"/>
            <a:ext cx="1691687" cy="811178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s-E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/>
              <a:t>Haga clic para modificar los estilos de texto del patrón </a:t>
            </a:r>
          </a:p>
        </p:txBody>
      </p:sp>
      <p:sp>
        <p:nvSpPr>
          <p:cNvPr id="33" name="Marcador de posición del contenido 47" descr="Haga clic en el icono para agregar una imagen">
            <a:extLst>
              <a:ext uri="{FF2B5EF4-FFF2-40B4-BE49-F238E27FC236}">
                <a16:creationId xmlns:a16="http://schemas.microsoft.com/office/drawing/2014/main" id="{E51F0384-440E-45B9-91E7-78CA13DE0B98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888314" y="4416565"/>
            <a:ext cx="1877575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lang="es-ES" sz="1800" b="1">
                <a:solidFill>
                  <a:schemeClr val="accent6"/>
                </a:solidFill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el estilo de título del patrón </a:t>
            </a:r>
          </a:p>
        </p:txBody>
      </p:sp>
      <p:sp>
        <p:nvSpPr>
          <p:cNvPr id="34" name="Marcador de posición del contenido 47">
            <a:extLst>
              <a:ext uri="{FF2B5EF4-FFF2-40B4-BE49-F238E27FC236}">
                <a16:creationId xmlns:a16="http://schemas.microsoft.com/office/drawing/2014/main" id="{35EAE525-3692-40E8-894E-B19171FF64F6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979171" y="5007731"/>
            <a:ext cx="1691687" cy="811178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s-E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/>
              <a:t>Haga clic para modificar los estilos de texto del patrón </a:t>
            </a:r>
          </a:p>
        </p:txBody>
      </p:sp>
      <p:sp>
        <p:nvSpPr>
          <p:cNvPr id="35" name="Marcador de posición del contenido 47" descr="Haga clic en el icono para agregar una imagen">
            <a:extLst>
              <a:ext uri="{FF2B5EF4-FFF2-40B4-BE49-F238E27FC236}">
                <a16:creationId xmlns:a16="http://schemas.microsoft.com/office/drawing/2014/main" id="{847DC539-F391-4470-96EB-486AB02DADB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073898" y="4416565"/>
            <a:ext cx="1877575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lang="es-ES" sz="1800" b="1">
                <a:solidFill>
                  <a:schemeClr val="accent6"/>
                </a:solidFill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el estilo de título del patrón </a:t>
            </a:r>
          </a:p>
        </p:txBody>
      </p:sp>
      <p:sp>
        <p:nvSpPr>
          <p:cNvPr id="36" name="Marcador de posición del contenido 47">
            <a:extLst>
              <a:ext uri="{FF2B5EF4-FFF2-40B4-BE49-F238E27FC236}">
                <a16:creationId xmlns:a16="http://schemas.microsoft.com/office/drawing/2014/main" id="{50988645-D146-4AFE-B87D-27927957717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164755" y="5007731"/>
            <a:ext cx="1691687" cy="811178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s-E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/>
              <a:t>Haga clic para modificar los estilos de texto del patrón </a:t>
            </a:r>
          </a:p>
        </p:txBody>
      </p:sp>
      <p:sp>
        <p:nvSpPr>
          <p:cNvPr id="37" name="Marcador de posición del contenido 47" descr="Haga clic en el icono para agregar una imagen">
            <a:extLst>
              <a:ext uri="{FF2B5EF4-FFF2-40B4-BE49-F238E27FC236}">
                <a16:creationId xmlns:a16="http://schemas.microsoft.com/office/drawing/2014/main" id="{6712E8AC-14E0-42CC-8037-7C1D0E044B6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259482" y="4416565"/>
            <a:ext cx="1877575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lang="es-ES" sz="1800" b="1">
                <a:solidFill>
                  <a:schemeClr val="accent6"/>
                </a:solidFill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el estilo de título del patrón </a:t>
            </a:r>
          </a:p>
        </p:txBody>
      </p:sp>
      <p:sp>
        <p:nvSpPr>
          <p:cNvPr id="38" name="Marcador de posición del contenido 47">
            <a:extLst>
              <a:ext uri="{FF2B5EF4-FFF2-40B4-BE49-F238E27FC236}">
                <a16:creationId xmlns:a16="http://schemas.microsoft.com/office/drawing/2014/main" id="{C68DF822-6F14-4839-BD33-6874C8136EE0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350339" y="5007731"/>
            <a:ext cx="1691687" cy="811178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s-E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/>
              <a:t>Haga clic para modificar los estilos de texto del patrón </a:t>
            </a:r>
          </a:p>
        </p:txBody>
      </p:sp>
      <p:sp>
        <p:nvSpPr>
          <p:cNvPr id="39" name="Marcador de posición del contenido 47" descr="Haga clic en el icono para agregar una imagen">
            <a:extLst>
              <a:ext uri="{FF2B5EF4-FFF2-40B4-BE49-F238E27FC236}">
                <a16:creationId xmlns:a16="http://schemas.microsoft.com/office/drawing/2014/main" id="{2D1F75C7-DA21-4400-B066-F38190B4F520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445066" y="4416565"/>
            <a:ext cx="1877575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lang="es-ES" sz="1800" b="1">
                <a:solidFill>
                  <a:schemeClr val="accent6"/>
                </a:solidFill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el estilo de título del patrón </a:t>
            </a:r>
          </a:p>
        </p:txBody>
      </p:sp>
      <p:sp>
        <p:nvSpPr>
          <p:cNvPr id="40" name="Marcador de posición del contenido 47">
            <a:extLst>
              <a:ext uri="{FF2B5EF4-FFF2-40B4-BE49-F238E27FC236}">
                <a16:creationId xmlns:a16="http://schemas.microsoft.com/office/drawing/2014/main" id="{F7CF6BF0-A40D-4F18-B9DF-D9C4106065D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535923" y="5007731"/>
            <a:ext cx="1691687" cy="811178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s-E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/>
              <a:t>Haga clic para modificar los estilos de texto del patrón </a:t>
            </a:r>
          </a:p>
        </p:txBody>
      </p:sp>
      <p:sp>
        <p:nvSpPr>
          <p:cNvPr id="41" name="Marcador de posición del contenido 47">
            <a:extLst>
              <a:ext uri="{FF2B5EF4-FFF2-40B4-BE49-F238E27FC236}">
                <a16:creationId xmlns:a16="http://schemas.microsoft.com/office/drawing/2014/main" id="{95C6B2A2-937E-4C7D-92E3-8A105DD43A98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983282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rtlCol="0" anchor="ctr">
            <a:noAutofit/>
          </a:bodyPr>
          <a:lstStyle>
            <a:lvl1pPr marL="0" indent="0" algn="ctr">
              <a:buNone/>
              <a:defRPr lang="es-ES" sz="1000">
                <a:solidFill>
                  <a:schemeClr val="accent6"/>
                </a:solidFill>
              </a:defRPr>
            </a:lvl1pPr>
          </a:lstStyle>
          <a:p>
            <a:pPr rtl="0"/>
            <a:r>
              <a:rPr lang="en-US"/>
              <a:t>Click icon to add picture</a:t>
            </a:r>
            <a:endParaRPr lang="es-ES" altLang="en-US"/>
          </a:p>
        </p:txBody>
      </p:sp>
      <p:sp>
        <p:nvSpPr>
          <p:cNvPr id="42" name="Marcador de posición del contenido 47">
            <a:extLst>
              <a:ext uri="{FF2B5EF4-FFF2-40B4-BE49-F238E27FC236}">
                <a16:creationId xmlns:a16="http://schemas.microsoft.com/office/drawing/2014/main" id="{A9ECEF10-95EB-4F03-B3B1-8FC0E421618E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3109346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rtlCol="0" anchor="ctr">
            <a:noAutofit/>
          </a:bodyPr>
          <a:lstStyle>
            <a:lvl1pPr marL="0" indent="0" algn="ctr">
              <a:buNone/>
              <a:defRPr lang="es-ES" sz="1000">
                <a:solidFill>
                  <a:schemeClr val="accent6"/>
                </a:solidFill>
              </a:defRPr>
            </a:lvl1pPr>
          </a:lstStyle>
          <a:p>
            <a:pPr rtl="0"/>
            <a:r>
              <a:rPr lang="en-US"/>
              <a:t>Click icon to add picture</a:t>
            </a:r>
            <a:endParaRPr lang="es-ES" altLang="en-US"/>
          </a:p>
        </p:txBody>
      </p:sp>
      <p:sp>
        <p:nvSpPr>
          <p:cNvPr id="43" name="Marcador de posición del contenido 47">
            <a:extLst>
              <a:ext uri="{FF2B5EF4-FFF2-40B4-BE49-F238E27FC236}">
                <a16:creationId xmlns:a16="http://schemas.microsoft.com/office/drawing/2014/main" id="{12D92FE1-9874-49B8-8FDC-F903A4843015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5235410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rtlCol="0" anchor="ctr">
            <a:noAutofit/>
          </a:bodyPr>
          <a:lstStyle>
            <a:lvl1pPr marL="0" indent="0" algn="ctr">
              <a:buNone/>
              <a:defRPr lang="es-ES" sz="1000">
                <a:solidFill>
                  <a:schemeClr val="accent6"/>
                </a:solidFill>
              </a:defRPr>
            </a:lvl1pPr>
          </a:lstStyle>
          <a:p>
            <a:pPr rtl="0"/>
            <a:r>
              <a:rPr lang="en-US"/>
              <a:t>Click icon to add picture</a:t>
            </a:r>
            <a:endParaRPr lang="es-ES" altLang="en-US"/>
          </a:p>
        </p:txBody>
      </p:sp>
      <p:sp>
        <p:nvSpPr>
          <p:cNvPr id="44" name="Marcador de posición del contenido 47">
            <a:extLst>
              <a:ext uri="{FF2B5EF4-FFF2-40B4-BE49-F238E27FC236}">
                <a16:creationId xmlns:a16="http://schemas.microsoft.com/office/drawing/2014/main" id="{12070F52-AB91-476E-9FE0-5403568A11DD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7361474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rtlCol="0" anchor="ctr">
            <a:noAutofit/>
          </a:bodyPr>
          <a:lstStyle>
            <a:lvl1pPr marL="0" indent="0" algn="ctr">
              <a:buNone/>
              <a:defRPr lang="es-ES" sz="1000">
                <a:solidFill>
                  <a:schemeClr val="accent6"/>
                </a:solidFill>
              </a:defRPr>
            </a:lvl1pPr>
          </a:lstStyle>
          <a:p>
            <a:pPr rtl="0"/>
            <a:r>
              <a:rPr lang="en-US"/>
              <a:t>Click icon to add picture</a:t>
            </a:r>
            <a:endParaRPr lang="es-ES" altLang="en-US"/>
          </a:p>
        </p:txBody>
      </p:sp>
      <p:sp>
        <p:nvSpPr>
          <p:cNvPr id="45" name="Marcador de posición del contenido 47">
            <a:extLst>
              <a:ext uri="{FF2B5EF4-FFF2-40B4-BE49-F238E27FC236}">
                <a16:creationId xmlns:a16="http://schemas.microsoft.com/office/drawing/2014/main" id="{13AE459B-26D7-43FC-BE0B-EF7B119D7D40}"/>
              </a:ext>
            </a:extLst>
          </p:cNvPr>
          <p:cNvSpPr>
            <a:spLocks noGrp="1"/>
          </p:cNvSpPr>
          <p:nvPr>
            <p:ph type="pic" sz="quarter" idx="61"/>
          </p:nvPr>
        </p:nvSpPr>
        <p:spPr>
          <a:xfrm>
            <a:off x="9487536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rtlCol="0" anchor="ctr">
            <a:noAutofit/>
          </a:bodyPr>
          <a:lstStyle>
            <a:lvl1pPr marL="0" indent="0" algn="ctr">
              <a:buNone/>
              <a:defRPr lang="es-ES" sz="1000">
                <a:solidFill>
                  <a:schemeClr val="accent6"/>
                </a:solidFill>
              </a:defRPr>
            </a:lvl1pPr>
          </a:lstStyle>
          <a:p>
            <a:pPr rtl="0"/>
            <a:r>
              <a:rPr lang="en-US"/>
              <a:t>Click icon to add picture</a:t>
            </a:r>
            <a:endParaRPr lang="es-ES" altLang="en-US"/>
          </a:p>
        </p:txBody>
      </p:sp>
      <p:sp>
        <p:nvSpPr>
          <p:cNvPr id="25" name="Marcador de título 4">
            <a:extLst>
              <a:ext uri="{FF2B5EF4-FFF2-40B4-BE49-F238E27FC236}">
                <a16:creationId xmlns:a16="http://schemas.microsoft.com/office/drawing/2014/main" id="{C8ECEE37-7B17-4FD7-2612-FBD357E10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s-ES">
                <a:solidFill>
                  <a:schemeClr val="accent6"/>
                </a:solidFill>
              </a:defRPr>
            </a:lvl1pPr>
          </a:lstStyle>
          <a:p>
            <a:pPr rtl="0"/>
            <a:r>
              <a:rPr lang="en-US"/>
              <a:t>Click to edit Master title style</a:t>
            </a:r>
            <a:endParaRPr lang="es-ES" dirty="0"/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F7F2CD23-FF0B-8184-9F40-957043412F1C}"/>
              </a:ext>
            </a:extLst>
          </p:cNvPr>
          <p:cNvSpPr>
            <a:spLocks noGrp="1"/>
          </p:cNvSpPr>
          <p:nvPr>
            <p:ph type="ftr" sz="quarter" idx="62"/>
          </p:nvPr>
        </p:nvSpPr>
        <p:spPr/>
        <p:txBody>
          <a:bodyPr rtlCol="0">
            <a:noAutofit/>
          </a:bodyPr>
          <a:lstStyle>
            <a:lvl1pPr>
              <a:defRPr lang="es-ES">
                <a:solidFill>
                  <a:schemeClr val="accent6"/>
                </a:solidFill>
              </a:defRPr>
            </a:lvl1pPr>
          </a:lstStyle>
          <a:p>
            <a:pPr rtl="0"/>
            <a:r>
              <a:rPr lang="es-ES"/>
              <a:t>Título de la presentación</a:t>
            </a:r>
            <a:endParaRPr lang="es-ES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7876D293-58F2-B8E9-6576-2676F210D7CF}"/>
              </a:ext>
            </a:extLst>
          </p:cNvPr>
          <p:cNvSpPr>
            <a:spLocks noGrp="1"/>
          </p:cNvSpPr>
          <p:nvPr>
            <p:ph type="sldNum" sz="quarter" idx="63"/>
          </p:nvPr>
        </p:nvSpPr>
        <p:spPr/>
        <p:txBody>
          <a:bodyPr rtlCol="0">
            <a:noAutofit/>
          </a:bodyPr>
          <a:lstStyle>
            <a:lvl1pPr>
              <a:defRPr lang="es-ES">
                <a:solidFill>
                  <a:schemeClr val="accent6"/>
                </a:solidFill>
              </a:defRPr>
            </a:lvl1pPr>
          </a:lstStyle>
          <a:p>
            <a:pPr rtl="0"/>
            <a:fld id="{47FEACEE-25B4-4A2D-B147-27296E36371D}" type="slidenum">
              <a:rPr lang="es-ES" altLang="zh-CN" smtClean="0"/>
              <a:pPr rtl="0"/>
              <a:t>‹#›</a:t>
            </a:fld>
            <a:endParaRPr lang="es-ES" altLang="zh-CN" dirty="0"/>
          </a:p>
        </p:txBody>
      </p:sp>
    </p:spTree>
    <p:extLst>
      <p:ext uri="{BB962C8B-B14F-4D97-AF65-F5344CB8AC3E}">
        <p14:creationId xmlns:p14="http://schemas.microsoft.com/office/powerpoint/2010/main" val="693317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a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Marcador de posición del contenido 47">
            <a:extLst>
              <a:ext uri="{FF2B5EF4-FFF2-40B4-BE49-F238E27FC236}">
                <a16:creationId xmlns:a16="http://schemas.microsoft.com/office/drawing/2014/main" id="{67FF6BA4-2B1B-4B51-9FE3-A67E3DCC318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200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s-ES" sz="1500" b="0">
                <a:solidFill>
                  <a:schemeClr val="accent6"/>
                </a:solidFill>
                <a:latin typeface="+mn-lt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los estilos de texto del patrón </a:t>
            </a:r>
          </a:p>
        </p:txBody>
      </p:sp>
      <p:sp>
        <p:nvSpPr>
          <p:cNvPr id="30" name="Marcador de posición del contenido 47">
            <a:extLst>
              <a:ext uri="{FF2B5EF4-FFF2-40B4-BE49-F238E27FC236}">
                <a16:creationId xmlns:a16="http://schemas.microsoft.com/office/drawing/2014/main" id="{88E2377A-ED6B-4D69-A9DC-647CB22A520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000303" y="2929823"/>
            <a:ext cx="1867186" cy="2471878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s-ES" sz="1500" b="0">
                <a:solidFill>
                  <a:schemeClr val="accent6"/>
                </a:solidFill>
                <a:latin typeface="+mn-lt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los estilos de texto del patrón </a:t>
            </a:r>
          </a:p>
        </p:txBody>
      </p:sp>
      <p:sp>
        <p:nvSpPr>
          <p:cNvPr id="31" name="Marcador de posición del contenido 47">
            <a:extLst>
              <a:ext uri="{FF2B5EF4-FFF2-40B4-BE49-F238E27FC236}">
                <a16:creationId xmlns:a16="http://schemas.microsoft.com/office/drawing/2014/main" id="{ECC27D7D-FA65-E93F-3C7E-AADBF7E0CC2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64216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s-ES" sz="1500" b="0">
                <a:solidFill>
                  <a:schemeClr val="accent6"/>
                </a:solidFill>
                <a:latin typeface="+mn-lt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los estilos de texto del patrón </a:t>
            </a:r>
          </a:p>
        </p:txBody>
      </p:sp>
      <p:sp>
        <p:nvSpPr>
          <p:cNvPr id="33" name="Marcador de posición del contenido 47">
            <a:extLst>
              <a:ext uri="{FF2B5EF4-FFF2-40B4-BE49-F238E27FC236}">
                <a16:creationId xmlns:a16="http://schemas.microsoft.com/office/drawing/2014/main" id="{DF5280E4-E86B-9E17-04A1-072A8148C3B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326319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s-ES" sz="1500" b="0">
                <a:solidFill>
                  <a:schemeClr val="accent6"/>
                </a:solidFill>
                <a:latin typeface="+mn-lt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los estilos de texto del patrón </a:t>
            </a:r>
          </a:p>
        </p:txBody>
      </p:sp>
      <p:sp>
        <p:nvSpPr>
          <p:cNvPr id="37" name="Marcador de posición del contenido 47">
            <a:extLst>
              <a:ext uri="{FF2B5EF4-FFF2-40B4-BE49-F238E27FC236}">
                <a16:creationId xmlns:a16="http://schemas.microsoft.com/office/drawing/2014/main" id="{42F4F0D3-AF64-7F92-FF1C-F5D1DC62A38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488424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s-ES" sz="1500" b="0">
                <a:solidFill>
                  <a:schemeClr val="accent6"/>
                </a:solidFill>
                <a:latin typeface="+mn-lt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los estilos de texto del patrón </a:t>
            </a:r>
          </a:p>
        </p:txBody>
      </p:sp>
      <p:sp>
        <p:nvSpPr>
          <p:cNvPr id="27" name="Marcador de posición del contenido 47">
            <a:extLst>
              <a:ext uri="{FF2B5EF4-FFF2-40B4-BE49-F238E27FC236}">
                <a16:creationId xmlns:a16="http://schemas.microsoft.com/office/drawing/2014/main" id="{43D089D6-48B5-43AB-A887-EEF910BA916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38200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lang="es-ES"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 rtl="0"/>
            <a:r>
              <a:rPr lang="es-ES"/>
              <a:t>Haga clic para editar el estilo de título del patrón</a:t>
            </a:r>
            <a:endParaRPr lang="es-ES" altLang="en-US" dirty="0"/>
          </a:p>
        </p:txBody>
      </p:sp>
      <p:sp>
        <p:nvSpPr>
          <p:cNvPr id="24" name="Marcador de título 4">
            <a:extLst>
              <a:ext uri="{FF2B5EF4-FFF2-40B4-BE49-F238E27FC236}">
                <a16:creationId xmlns:a16="http://schemas.microsoft.com/office/drawing/2014/main" id="{69ABDED2-7EB3-3ABE-90D0-E6C00F806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s-ES">
                <a:solidFill>
                  <a:schemeClr val="accent6"/>
                </a:solidFill>
              </a:defRPr>
            </a:lvl1pPr>
          </a:lstStyle>
          <a:p>
            <a:pPr rtl="0"/>
            <a:r>
              <a:rPr lang="en-US"/>
              <a:t>Click to edit Master title style</a:t>
            </a:r>
            <a:endParaRPr lang="es-ES" dirty="0"/>
          </a:p>
        </p:txBody>
      </p:sp>
      <p:sp>
        <p:nvSpPr>
          <p:cNvPr id="25" name="Marcador de posición del contenido 47">
            <a:extLst>
              <a:ext uri="{FF2B5EF4-FFF2-40B4-BE49-F238E27FC236}">
                <a16:creationId xmlns:a16="http://schemas.microsoft.com/office/drawing/2014/main" id="{476A31DC-7395-007C-8BA1-C38E5B289CF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000756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lang="es-ES"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 rtl="0"/>
            <a:r>
              <a:rPr lang="es-ES"/>
              <a:t>Haga clic para editar el estilo de título del patrón</a:t>
            </a:r>
            <a:endParaRPr lang="es-ES" altLang="en-US" dirty="0"/>
          </a:p>
        </p:txBody>
      </p:sp>
      <p:sp>
        <p:nvSpPr>
          <p:cNvPr id="26" name="Marcador de posición del contenido 47">
            <a:extLst>
              <a:ext uri="{FF2B5EF4-FFF2-40B4-BE49-F238E27FC236}">
                <a16:creationId xmlns:a16="http://schemas.microsoft.com/office/drawing/2014/main" id="{35CE0786-D87B-DD89-C418-C53C1B7E610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163312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lang="es-ES"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 rtl="0"/>
            <a:r>
              <a:rPr lang="es-ES"/>
              <a:t>Haga clic para editar el estilo de título del patrón</a:t>
            </a:r>
            <a:endParaRPr lang="es-ES" altLang="en-US" dirty="0"/>
          </a:p>
        </p:txBody>
      </p:sp>
      <p:sp>
        <p:nvSpPr>
          <p:cNvPr id="28" name="Marcador de posición del contenido 47">
            <a:extLst>
              <a:ext uri="{FF2B5EF4-FFF2-40B4-BE49-F238E27FC236}">
                <a16:creationId xmlns:a16="http://schemas.microsoft.com/office/drawing/2014/main" id="{7C7F2E6C-1DCD-3C6A-4830-5BF230A3AAB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325868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lang="es-ES"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 rtl="0"/>
            <a:r>
              <a:rPr lang="es-ES"/>
              <a:t>Haga clic para editar el estilo de título del patrón</a:t>
            </a:r>
            <a:endParaRPr lang="es-ES" altLang="en-US" dirty="0"/>
          </a:p>
        </p:txBody>
      </p:sp>
      <p:sp>
        <p:nvSpPr>
          <p:cNvPr id="29" name="Marcador de posición del contenido 47">
            <a:extLst>
              <a:ext uri="{FF2B5EF4-FFF2-40B4-BE49-F238E27FC236}">
                <a16:creationId xmlns:a16="http://schemas.microsoft.com/office/drawing/2014/main" id="{56A87F6E-D6C5-8903-BC20-31381004603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488424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lang="es-ES"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 rtl="0"/>
            <a:r>
              <a:rPr lang="es-ES"/>
              <a:t>Haga clic para editar el estilo de título del patrón</a:t>
            </a:r>
            <a:endParaRPr lang="es-ES" altLang="en-US" dirty="0"/>
          </a:p>
        </p:txBody>
      </p:sp>
      <p:sp>
        <p:nvSpPr>
          <p:cNvPr id="11" name="Marcador de pie de página 10">
            <a:extLst>
              <a:ext uri="{FF2B5EF4-FFF2-40B4-BE49-F238E27FC236}">
                <a16:creationId xmlns:a16="http://schemas.microsoft.com/office/drawing/2014/main" id="{7218367E-FDD8-A1F8-8E0F-A365771B85F7}"/>
              </a:ext>
            </a:extLst>
          </p:cNvPr>
          <p:cNvSpPr>
            <a:spLocks noGrp="1"/>
          </p:cNvSpPr>
          <p:nvPr>
            <p:ph type="ftr" sz="quarter" idx="54"/>
          </p:nvPr>
        </p:nvSpPr>
        <p:spPr/>
        <p:txBody>
          <a:bodyPr rtlCol="0">
            <a:noAutofit/>
          </a:bodyPr>
          <a:lstStyle>
            <a:defPPr>
              <a:defRPr lang="es-ES"/>
            </a:defPPr>
          </a:lstStyle>
          <a:p>
            <a:pPr rtl="0"/>
            <a:r>
              <a:rPr lang="es-ES" noProof="0"/>
              <a:t>Título de la presentación</a:t>
            </a:r>
            <a:endParaRPr lang="es-ES" noProof="0" dirty="0"/>
          </a:p>
        </p:txBody>
      </p:sp>
      <p:sp>
        <p:nvSpPr>
          <p:cNvPr id="12" name="Marcador de número de diapositiva 11">
            <a:extLst>
              <a:ext uri="{FF2B5EF4-FFF2-40B4-BE49-F238E27FC236}">
                <a16:creationId xmlns:a16="http://schemas.microsoft.com/office/drawing/2014/main" id="{77ECE300-0AB8-85A0-D4D3-B948DDA7B00F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 rtlCol="0">
            <a:noAutofit/>
          </a:bodyPr>
          <a:lstStyle>
            <a:defPPr>
              <a:defRPr lang="es-ES"/>
            </a:defPPr>
          </a:lstStyle>
          <a:p>
            <a:pPr rtl="0"/>
            <a:fld id="{47FEACEE-25B4-4A2D-B147-27296E36371D}" type="slidenum">
              <a:rPr lang="es-ES" altLang="zh-CN" noProof="0" smtClean="0"/>
              <a:pPr rtl="0"/>
              <a:t>‹#›</a:t>
            </a:fld>
            <a:endParaRPr lang="es-E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6498592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scala de tiem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Forma libre: Forma 25">
            <a:extLst>
              <a:ext uri="{FF2B5EF4-FFF2-40B4-BE49-F238E27FC236}">
                <a16:creationId xmlns:a16="http://schemas.microsoft.com/office/drawing/2014/main" id="{D61EE2E4-C5DD-4944-B70C-8F0A3F741A59}"/>
              </a:ext>
            </a:extLst>
          </p:cNvPr>
          <p:cNvSpPr/>
          <p:nvPr userDrawn="1"/>
        </p:nvSpPr>
        <p:spPr>
          <a:xfrm>
            <a:off x="1295508" y="3039919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/>
            </a:pPr>
            <a:endParaRPr kumimoji="0" lang="es-E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7" name="Forma libre: Forma 26">
            <a:extLst>
              <a:ext uri="{FF2B5EF4-FFF2-40B4-BE49-F238E27FC236}">
                <a16:creationId xmlns:a16="http://schemas.microsoft.com/office/drawing/2014/main" id="{91FA36A8-94E8-4069-B957-F7145D77BD5F}"/>
              </a:ext>
            </a:extLst>
          </p:cNvPr>
          <p:cNvSpPr/>
          <p:nvPr userDrawn="1"/>
        </p:nvSpPr>
        <p:spPr>
          <a:xfrm>
            <a:off x="3670763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/>
            </a:pPr>
            <a:endParaRPr kumimoji="0" lang="es-E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8" name="Forma libre: Forma 27">
            <a:extLst>
              <a:ext uri="{FF2B5EF4-FFF2-40B4-BE49-F238E27FC236}">
                <a16:creationId xmlns:a16="http://schemas.microsoft.com/office/drawing/2014/main" id="{7D38D67C-B6B8-4EB2-BC07-4A8128F44D16}"/>
              </a:ext>
            </a:extLst>
          </p:cNvPr>
          <p:cNvSpPr/>
          <p:nvPr userDrawn="1"/>
        </p:nvSpPr>
        <p:spPr>
          <a:xfrm>
            <a:off x="4865676" y="3722308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/>
            </a:pPr>
            <a:endParaRPr kumimoji="0" lang="es-E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9" name="Forma libre: Forma 28">
            <a:extLst>
              <a:ext uri="{FF2B5EF4-FFF2-40B4-BE49-F238E27FC236}">
                <a16:creationId xmlns:a16="http://schemas.microsoft.com/office/drawing/2014/main" id="{6B2E4C8C-D96E-4A66-A3D2-3580DACCF801}"/>
              </a:ext>
            </a:extLst>
          </p:cNvPr>
          <p:cNvSpPr/>
          <p:nvPr userDrawn="1"/>
        </p:nvSpPr>
        <p:spPr>
          <a:xfrm>
            <a:off x="7245668" y="3725411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/>
            </a:pPr>
            <a:endParaRPr kumimoji="0" lang="es-E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0" name="Forma libre: Forma 29">
            <a:extLst>
              <a:ext uri="{FF2B5EF4-FFF2-40B4-BE49-F238E27FC236}">
                <a16:creationId xmlns:a16="http://schemas.microsoft.com/office/drawing/2014/main" id="{74E0B8B0-45C7-4733-BBDC-B82F9307E431}"/>
              </a:ext>
            </a:extLst>
          </p:cNvPr>
          <p:cNvSpPr/>
          <p:nvPr userDrawn="1"/>
        </p:nvSpPr>
        <p:spPr>
          <a:xfrm>
            <a:off x="8440729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/>
            </a:pPr>
            <a:endParaRPr kumimoji="0" lang="es-E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1" name="Forma libre: Forma 30">
            <a:extLst>
              <a:ext uri="{FF2B5EF4-FFF2-40B4-BE49-F238E27FC236}">
                <a16:creationId xmlns:a16="http://schemas.microsoft.com/office/drawing/2014/main" id="{F0BBECC2-631C-4C53-A9E8-6C87D48A3B01}"/>
              </a:ext>
            </a:extLst>
          </p:cNvPr>
          <p:cNvSpPr/>
          <p:nvPr userDrawn="1"/>
        </p:nvSpPr>
        <p:spPr>
          <a:xfrm>
            <a:off x="1274779" y="1667026"/>
            <a:ext cx="7152768" cy="2736950"/>
          </a:xfrm>
          <a:custGeom>
            <a:avLst/>
            <a:gdLst>
              <a:gd name="connsiteX0" fmla="*/ 0 w 5958191"/>
              <a:gd name="connsiteY0" fmla="*/ 2052536 h 2733472"/>
              <a:gd name="connsiteX1" fmla="*/ 1186774 w 5958191"/>
              <a:gd name="connsiteY1" fmla="*/ 1361872 h 2733472"/>
              <a:gd name="connsiteX2" fmla="*/ 2368685 w 5958191"/>
              <a:gd name="connsiteY2" fmla="*/ 2057400 h 2733472"/>
              <a:gd name="connsiteX3" fmla="*/ 2378413 w 5958191"/>
              <a:gd name="connsiteY3" fmla="*/ 690664 h 2733472"/>
              <a:gd name="connsiteX4" fmla="*/ 3570051 w 5958191"/>
              <a:gd name="connsiteY4" fmla="*/ 0 h 2733472"/>
              <a:gd name="connsiteX5" fmla="*/ 4761689 w 5958191"/>
              <a:gd name="connsiteY5" fmla="*/ 680936 h 2733472"/>
              <a:gd name="connsiteX6" fmla="*/ 4756825 w 5958191"/>
              <a:gd name="connsiteY6" fmla="*/ 2052536 h 2733472"/>
              <a:gd name="connsiteX7" fmla="*/ 5958191 w 5958191"/>
              <a:gd name="connsiteY7" fmla="*/ 2733472 h 2733472"/>
              <a:gd name="connsiteX8" fmla="*/ 5958191 w 5958191"/>
              <a:gd name="connsiteY8" fmla="*/ 2733472 h 2733472"/>
              <a:gd name="connsiteX0" fmla="*/ 0 w 7159557"/>
              <a:gd name="connsiteY0" fmla="*/ 2052536 h 2733472"/>
              <a:gd name="connsiteX1" fmla="*/ 1186774 w 7159557"/>
              <a:gd name="connsiteY1" fmla="*/ 1361872 h 2733472"/>
              <a:gd name="connsiteX2" fmla="*/ 2368685 w 7159557"/>
              <a:gd name="connsiteY2" fmla="*/ 2057400 h 2733472"/>
              <a:gd name="connsiteX3" fmla="*/ 2378413 w 7159557"/>
              <a:gd name="connsiteY3" fmla="*/ 690664 h 2733472"/>
              <a:gd name="connsiteX4" fmla="*/ 3570051 w 7159557"/>
              <a:gd name="connsiteY4" fmla="*/ 0 h 2733472"/>
              <a:gd name="connsiteX5" fmla="*/ 4761689 w 7159557"/>
              <a:gd name="connsiteY5" fmla="*/ 680936 h 2733472"/>
              <a:gd name="connsiteX6" fmla="*/ 4756825 w 7159557"/>
              <a:gd name="connsiteY6" fmla="*/ 2052536 h 2733472"/>
              <a:gd name="connsiteX7" fmla="*/ 5958191 w 7159557"/>
              <a:gd name="connsiteY7" fmla="*/ 2733472 h 2733472"/>
              <a:gd name="connsiteX8" fmla="*/ 7159557 w 7159557"/>
              <a:gd name="connsiteY8" fmla="*/ 2067128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62264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57400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52536 h 2733472"/>
              <a:gd name="connsiteX0" fmla="*/ 0 w 7159556"/>
              <a:gd name="connsiteY0" fmla="*/ 2052536 h 2733472"/>
              <a:gd name="connsiteX1" fmla="*/ 1186774 w 7159556"/>
              <a:gd name="connsiteY1" fmla="*/ 1361872 h 2733472"/>
              <a:gd name="connsiteX2" fmla="*/ 2368685 w 7159556"/>
              <a:gd name="connsiteY2" fmla="*/ 2057400 h 2733472"/>
              <a:gd name="connsiteX3" fmla="*/ 2378413 w 7159556"/>
              <a:gd name="connsiteY3" fmla="*/ 690664 h 2733472"/>
              <a:gd name="connsiteX4" fmla="*/ 3570051 w 7159556"/>
              <a:gd name="connsiteY4" fmla="*/ 0 h 2733472"/>
              <a:gd name="connsiteX5" fmla="*/ 4761689 w 7159556"/>
              <a:gd name="connsiteY5" fmla="*/ 680936 h 2733472"/>
              <a:gd name="connsiteX6" fmla="*/ 4756825 w 7159556"/>
              <a:gd name="connsiteY6" fmla="*/ 2052536 h 2733472"/>
              <a:gd name="connsiteX7" fmla="*/ 5958191 w 7159556"/>
              <a:gd name="connsiteY7" fmla="*/ 2733472 h 2733472"/>
              <a:gd name="connsiteX8" fmla="*/ 7159556 w 7159556"/>
              <a:gd name="connsiteY8" fmla="*/ 2052536 h 2733472"/>
              <a:gd name="connsiteX0" fmla="*/ 0 w 7145649"/>
              <a:gd name="connsiteY0" fmla="*/ 2049060 h 2733472"/>
              <a:gd name="connsiteX1" fmla="*/ 1172867 w 7145649"/>
              <a:gd name="connsiteY1" fmla="*/ 1361872 h 2733472"/>
              <a:gd name="connsiteX2" fmla="*/ 2354778 w 7145649"/>
              <a:gd name="connsiteY2" fmla="*/ 2057400 h 2733472"/>
              <a:gd name="connsiteX3" fmla="*/ 2364506 w 7145649"/>
              <a:gd name="connsiteY3" fmla="*/ 690664 h 2733472"/>
              <a:gd name="connsiteX4" fmla="*/ 3556144 w 7145649"/>
              <a:gd name="connsiteY4" fmla="*/ 0 h 2733472"/>
              <a:gd name="connsiteX5" fmla="*/ 4747782 w 7145649"/>
              <a:gd name="connsiteY5" fmla="*/ 680936 h 2733472"/>
              <a:gd name="connsiteX6" fmla="*/ 4742918 w 7145649"/>
              <a:gd name="connsiteY6" fmla="*/ 2052536 h 2733472"/>
              <a:gd name="connsiteX7" fmla="*/ 5944284 w 7145649"/>
              <a:gd name="connsiteY7" fmla="*/ 2733472 h 2733472"/>
              <a:gd name="connsiteX8" fmla="*/ 7145649 w 714564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61872 h 2733472"/>
              <a:gd name="connsiteX2" fmla="*/ 2365208 w 7156079"/>
              <a:gd name="connsiteY2" fmla="*/ 205740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65208 w 7156079"/>
              <a:gd name="connsiteY2" fmla="*/ 205740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61731 w 7156079"/>
              <a:gd name="connsiteY2" fmla="*/ 2029586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82592 w 7156079"/>
              <a:gd name="connsiteY2" fmla="*/ 2033063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72162 w 7156079"/>
              <a:gd name="connsiteY2" fmla="*/ 202611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62966 h 2761286"/>
              <a:gd name="connsiteX1" fmla="*/ 1183297 w 7156079"/>
              <a:gd name="connsiteY1" fmla="*/ 1372302 h 2761286"/>
              <a:gd name="connsiteX2" fmla="*/ 2372162 w 7156079"/>
              <a:gd name="connsiteY2" fmla="*/ 2053924 h 2761286"/>
              <a:gd name="connsiteX3" fmla="*/ 2374936 w 7156079"/>
              <a:gd name="connsiteY3" fmla="*/ 718478 h 2761286"/>
              <a:gd name="connsiteX4" fmla="*/ 3577004 w 7156079"/>
              <a:gd name="connsiteY4" fmla="*/ 0 h 2761286"/>
              <a:gd name="connsiteX5" fmla="*/ 4758212 w 7156079"/>
              <a:gd name="connsiteY5" fmla="*/ 708750 h 2761286"/>
              <a:gd name="connsiteX6" fmla="*/ 4753348 w 7156079"/>
              <a:gd name="connsiteY6" fmla="*/ 2080350 h 2761286"/>
              <a:gd name="connsiteX7" fmla="*/ 5954714 w 7156079"/>
              <a:gd name="connsiteY7" fmla="*/ 2761286 h 2761286"/>
              <a:gd name="connsiteX8" fmla="*/ 7156079 w 7156079"/>
              <a:gd name="connsiteY8" fmla="*/ 2080350 h 2761286"/>
              <a:gd name="connsiteX0" fmla="*/ 0 w 7156079"/>
              <a:gd name="connsiteY0" fmla="*/ 2062966 h 2761286"/>
              <a:gd name="connsiteX1" fmla="*/ 1183297 w 7156079"/>
              <a:gd name="connsiteY1" fmla="*/ 1372302 h 2761286"/>
              <a:gd name="connsiteX2" fmla="*/ 2372162 w 7156079"/>
              <a:gd name="connsiteY2" fmla="*/ 2053924 h 2761286"/>
              <a:gd name="connsiteX3" fmla="*/ 2371460 w 7156079"/>
              <a:gd name="connsiteY3" fmla="*/ 708048 h 2761286"/>
              <a:gd name="connsiteX4" fmla="*/ 3577004 w 7156079"/>
              <a:gd name="connsiteY4" fmla="*/ 0 h 2761286"/>
              <a:gd name="connsiteX5" fmla="*/ 4758212 w 7156079"/>
              <a:gd name="connsiteY5" fmla="*/ 708750 h 2761286"/>
              <a:gd name="connsiteX6" fmla="*/ 4753348 w 7156079"/>
              <a:gd name="connsiteY6" fmla="*/ 2080350 h 2761286"/>
              <a:gd name="connsiteX7" fmla="*/ 5954714 w 7156079"/>
              <a:gd name="connsiteY7" fmla="*/ 2761286 h 2761286"/>
              <a:gd name="connsiteX8" fmla="*/ 7156079 w 7156079"/>
              <a:gd name="connsiteY8" fmla="*/ 2080350 h 2761286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72162 w 7156079"/>
              <a:gd name="connsiteY2" fmla="*/ 2026110 h 2733472"/>
              <a:gd name="connsiteX3" fmla="*/ 2371460 w 7156079"/>
              <a:gd name="connsiteY3" fmla="*/ 680234 h 2733472"/>
              <a:gd name="connsiteX4" fmla="*/ 3573527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62967 h 2761287"/>
              <a:gd name="connsiteX1" fmla="*/ 1183297 w 7156079"/>
              <a:gd name="connsiteY1" fmla="*/ 1372303 h 2761287"/>
              <a:gd name="connsiteX2" fmla="*/ 2372162 w 7156079"/>
              <a:gd name="connsiteY2" fmla="*/ 2053925 h 2761287"/>
              <a:gd name="connsiteX3" fmla="*/ 2371460 w 7156079"/>
              <a:gd name="connsiteY3" fmla="*/ 708049 h 2761287"/>
              <a:gd name="connsiteX4" fmla="*/ 3563096 w 7156079"/>
              <a:gd name="connsiteY4" fmla="*/ 0 h 2761287"/>
              <a:gd name="connsiteX5" fmla="*/ 4758212 w 7156079"/>
              <a:gd name="connsiteY5" fmla="*/ 708751 h 2761287"/>
              <a:gd name="connsiteX6" fmla="*/ 4753348 w 7156079"/>
              <a:gd name="connsiteY6" fmla="*/ 2080351 h 2761287"/>
              <a:gd name="connsiteX7" fmla="*/ 5954714 w 7156079"/>
              <a:gd name="connsiteY7" fmla="*/ 2761287 h 2761287"/>
              <a:gd name="connsiteX8" fmla="*/ 7156079 w 7156079"/>
              <a:gd name="connsiteY8" fmla="*/ 2080351 h 2761287"/>
              <a:gd name="connsiteX0" fmla="*/ 0 w 7156079"/>
              <a:gd name="connsiteY0" fmla="*/ 2045583 h 2743903"/>
              <a:gd name="connsiteX1" fmla="*/ 1183297 w 7156079"/>
              <a:gd name="connsiteY1" fmla="*/ 1354919 h 2743903"/>
              <a:gd name="connsiteX2" fmla="*/ 2372162 w 7156079"/>
              <a:gd name="connsiteY2" fmla="*/ 2036541 h 2743903"/>
              <a:gd name="connsiteX3" fmla="*/ 2371460 w 7156079"/>
              <a:gd name="connsiteY3" fmla="*/ 690665 h 2743903"/>
              <a:gd name="connsiteX4" fmla="*/ 3563096 w 7156079"/>
              <a:gd name="connsiteY4" fmla="*/ 0 h 2743903"/>
              <a:gd name="connsiteX5" fmla="*/ 4758212 w 7156079"/>
              <a:gd name="connsiteY5" fmla="*/ 691367 h 2743903"/>
              <a:gd name="connsiteX6" fmla="*/ 4753348 w 7156079"/>
              <a:gd name="connsiteY6" fmla="*/ 2062967 h 2743903"/>
              <a:gd name="connsiteX7" fmla="*/ 5954714 w 7156079"/>
              <a:gd name="connsiteY7" fmla="*/ 2743903 h 2743903"/>
              <a:gd name="connsiteX8" fmla="*/ 7156079 w 7156079"/>
              <a:gd name="connsiteY8" fmla="*/ 2062967 h 2743903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8212 w 7156079"/>
              <a:gd name="connsiteY5" fmla="*/ 698321 h 2750857"/>
              <a:gd name="connsiteX6" fmla="*/ 4753348 w 7156079"/>
              <a:gd name="connsiteY6" fmla="*/ 2069921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1259 w 7156079"/>
              <a:gd name="connsiteY5" fmla="*/ 698321 h 2750857"/>
              <a:gd name="connsiteX6" fmla="*/ 4753348 w 7156079"/>
              <a:gd name="connsiteY6" fmla="*/ 2069921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1259 w 7156079"/>
              <a:gd name="connsiteY5" fmla="*/ 698321 h 2750857"/>
              <a:gd name="connsiteX6" fmla="*/ 4742917 w 7156079"/>
              <a:gd name="connsiteY6" fmla="*/ 2062967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42917 w 7156079"/>
              <a:gd name="connsiteY6" fmla="*/ 2062967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60301 w 7156079"/>
              <a:gd name="connsiteY6" fmla="*/ 2052536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42917 w 7156079"/>
              <a:gd name="connsiteY6" fmla="*/ 2052536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2162 w 7135218"/>
              <a:gd name="connsiteY2" fmla="*/ 2043495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6014 h 2736950"/>
              <a:gd name="connsiteX0" fmla="*/ 0 w 7124788"/>
              <a:gd name="connsiteY0" fmla="*/ 2052537 h 2736950"/>
              <a:gd name="connsiteX1" fmla="*/ 1183297 w 7124788"/>
              <a:gd name="connsiteY1" fmla="*/ 1361873 h 2736950"/>
              <a:gd name="connsiteX2" fmla="*/ 2372162 w 7124788"/>
              <a:gd name="connsiteY2" fmla="*/ 2043495 h 2736950"/>
              <a:gd name="connsiteX3" fmla="*/ 2371460 w 7124788"/>
              <a:gd name="connsiteY3" fmla="*/ 697619 h 2736950"/>
              <a:gd name="connsiteX4" fmla="*/ 3559620 w 7124788"/>
              <a:gd name="connsiteY4" fmla="*/ 0 h 2736950"/>
              <a:gd name="connsiteX5" fmla="*/ 4751259 w 7124788"/>
              <a:gd name="connsiteY5" fmla="*/ 698321 h 2736950"/>
              <a:gd name="connsiteX6" fmla="*/ 4742917 w 7124788"/>
              <a:gd name="connsiteY6" fmla="*/ 2052536 h 2736950"/>
              <a:gd name="connsiteX7" fmla="*/ 5954714 w 7124788"/>
              <a:gd name="connsiteY7" fmla="*/ 2736950 h 2736950"/>
              <a:gd name="connsiteX8" fmla="*/ 7124788 w 7124788"/>
              <a:gd name="connsiteY8" fmla="*/ 2045583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2162 w 7135218"/>
              <a:gd name="connsiteY2" fmla="*/ 2043495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6070 w 7135218"/>
              <a:gd name="connsiteY2" fmla="*/ 2055218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35218"/>
              <a:gd name="connsiteY0" fmla="*/ 2067128 h 2736950"/>
              <a:gd name="connsiteX1" fmla="*/ 1183297 w 7135218"/>
              <a:gd name="connsiteY1" fmla="*/ 1361873 h 2736950"/>
              <a:gd name="connsiteX2" fmla="*/ 2376070 w 7135218"/>
              <a:gd name="connsiteY2" fmla="*/ 2055218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59537"/>
              <a:gd name="connsiteY0" fmla="*/ 2062264 h 2736950"/>
              <a:gd name="connsiteX1" fmla="*/ 1207616 w 7159537"/>
              <a:gd name="connsiteY1" fmla="*/ 1361873 h 2736950"/>
              <a:gd name="connsiteX2" fmla="*/ 2400389 w 7159537"/>
              <a:gd name="connsiteY2" fmla="*/ 2055218 h 2736950"/>
              <a:gd name="connsiteX3" fmla="*/ 2395779 w 7159537"/>
              <a:gd name="connsiteY3" fmla="*/ 697619 h 2736950"/>
              <a:gd name="connsiteX4" fmla="*/ 3583939 w 7159537"/>
              <a:gd name="connsiteY4" fmla="*/ 0 h 2736950"/>
              <a:gd name="connsiteX5" fmla="*/ 4775578 w 7159537"/>
              <a:gd name="connsiteY5" fmla="*/ 698321 h 2736950"/>
              <a:gd name="connsiteX6" fmla="*/ 4767236 w 7159537"/>
              <a:gd name="connsiteY6" fmla="*/ 2052536 h 2736950"/>
              <a:gd name="connsiteX7" fmla="*/ 5979033 w 7159537"/>
              <a:gd name="connsiteY7" fmla="*/ 2736950 h 2736950"/>
              <a:gd name="connsiteX8" fmla="*/ 7159537 w 7159537"/>
              <a:gd name="connsiteY8" fmla="*/ 2052536 h 2736950"/>
              <a:gd name="connsiteX0" fmla="*/ 0 w 7149809"/>
              <a:gd name="connsiteY0" fmla="*/ 2071991 h 2736950"/>
              <a:gd name="connsiteX1" fmla="*/ 1197888 w 7149809"/>
              <a:gd name="connsiteY1" fmla="*/ 1361873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22208 w 7149809"/>
              <a:gd name="connsiteY1" fmla="*/ 1357009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7344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7344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2480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2480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5823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7093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70930 w 7149809"/>
              <a:gd name="connsiteY5" fmla="*/ 698321 h 2736950"/>
              <a:gd name="connsiteX6" fmla="*/ 4757508 w 7149809"/>
              <a:gd name="connsiteY6" fmla="*/ 204745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52768"/>
              <a:gd name="connsiteY0" fmla="*/ 2063113 h 2736950"/>
              <a:gd name="connsiteX1" fmla="*/ 1197659 w 7152768"/>
              <a:gd name="connsiteY1" fmla="*/ 1371385 h 2736950"/>
              <a:gd name="connsiteX2" fmla="*/ 2393620 w 7152768"/>
              <a:gd name="connsiteY2" fmla="*/ 2055218 h 2736950"/>
              <a:gd name="connsiteX3" fmla="*/ 2389010 w 7152768"/>
              <a:gd name="connsiteY3" fmla="*/ 697619 h 2736950"/>
              <a:gd name="connsiteX4" fmla="*/ 3577170 w 7152768"/>
              <a:gd name="connsiteY4" fmla="*/ 0 h 2736950"/>
              <a:gd name="connsiteX5" fmla="*/ 4773889 w 7152768"/>
              <a:gd name="connsiteY5" fmla="*/ 698321 h 2736950"/>
              <a:gd name="connsiteX6" fmla="*/ 4760467 w 7152768"/>
              <a:gd name="connsiteY6" fmla="*/ 2047456 h 2736950"/>
              <a:gd name="connsiteX7" fmla="*/ 5972264 w 7152768"/>
              <a:gd name="connsiteY7" fmla="*/ 2736950 h 2736950"/>
              <a:gd name="connsiteX8" fmla="*/ 7152768 w 7152768"/>
              <a:gd name="connsiteY8" fmla="*/ 2052536 h 2736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152768" h="2736950">
                <a:moveTo>
                  <a:pt x="0" y="2063113"/>
                </a:moveTo>
                <a:cubicBezTo>
                  <a:pt x="405781" y="1831271"/>
                  <a:pt x="752967" y="1616359"/>
                  <a:pt x="1197659" y="1371385"/>
                </a:cubicBezTo>
                <a:lnTo>
                  <a:pt x="2393620" y="2055218"/>
                </a:lnTo>
                <a:cubicBezTo>
                  <a:pt x="2396863" y="1599639"/>
                  <a:pt x="2385767" y="1153198"/>
                  <a:pt x="2389010" y="697619"/>
                </a:cubicBezTo>
                <a:lnTo>
                  <a:pt x="3577170" y="0"/>
                </a:lnTo>
                <a:lnTo>
                  <a:pt x="4773889" y="698321"/>
                </a:lnTo>
                <a:cubicBezTo>
                  <a:pt x="4772268" y="1155521"/>
                  <a:pt x="4762088" y="1590256"/>
                  <a:pt x="4760467" y="2047456"/>
                </a:cubicBezTo>
                <a:lnTo>
                  <a:pt x="5972264" y="2736950"/>
                </a:lnTo>
                <a:lnTo>
                  <a:pt x="7152768" y="2052536"/>
                </a:lnTo>
              </a:path>
            </a:pathLst>
          </a:custGeom>
          <a:noFill/>
          <a:ln w="38100" cap="flat" cmpd="sng" algn="ctr">
            <a:solidFill>
              <a:schemeClr val="accent6">
                <a:lumMod val="10000"/>
                <a:lumOff val="90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/>
            </a:pPr>
            <a:endParaRPr kumimoji="0" lang="es-E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2" name="Forma libre: Forma 31">
            <a:extLst>
              <a:ext uri="{FF2B5EF4-FFF2-40B4-BE49-F238E27FC236}">
                <a16:creationId xmlns:a16="http://schemas.microsoft.com/office/drawing/2014/main" id="{274DD645-8640-45D5-9B60-F31EC01D3CC0}"/>
              </a:ext>
            </a:extLst>
          </p:cNvPr>
          <p:cNvSpPr/>
          <p:nvPr userDrawn="1"/>
        </p:nvSpPr>
        <p:spPr>
          <a:xfrm>
            <a:off x="8440979" y="1677475"/>
            <a:ext cx="2373549" cy="2062264"/>
          </a:xfrm>
          <a:custGeom>
            <a:avLst/>
            <a:gdLst>
              <a:gd name="connsiteX0" fmla="*/ 2373549 w 2373549"/>
              <a:gd name="connsiteY0" fmla="*/ 680936 h 2062264"/>
              <a:gd name="connsiteX1" fmla="*/ 1186774 w 2373549"/>
              <a:gd name="connsiteY1" fmla="*/ 0 h 2062264"/>
              <a:gd name="connsiteX2" fmla="*/ 0 w 2373549"/>
              <a:gd name="connsiteY2" fmla="*/ 690664 h 2062264"/>
              <a:gd name="connsiteX3" fmla="*/ 0 w 2373549"/>
              <a:gd name="connsiteY3" fmla="*/ 2062264 h 2062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73549" h="2062264">
                <a:moveTo>
                  <a:pt x="2373549" y="680936"/>
                </a:moveTo>
                <a:lnTo>
                  <a:pt x="1186774" y="0"/>
                </a:lnTo>
                <a:lnTo>
                  <a:pt x="0" y="690664"/>
                </a:lnTo>
                <a:lnTo>
                  <a:pt x="0" y="2062264"/>
                </a:lnTo>
              </a:path>
            </a:pathLst>
          </a:custGeom>
          <a:noFill/>
          <a:ln w="38100" cap="flat" cmpd="sng" algn="ctr">
            <a:solidFill>
              <a:schemeClr val="accent6">
                <a:lumMod val="10000"/>
                <a:lumOff val="90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/>
            </a:pPr>
            <a:endParaRPr kumimoji="0" lang="es-E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3" name="Forma libre: Forma 34">
            <a:extLst>
              <a:ext uri="{FF2B5EF4-FFF2-40B4-BE49-F238E27FC236}">
                <a16:creationId xmlns:a16="http://schemas.microsoft.com/office/drawing/2014/main" id="{71C09F09-7119-47FD-8E60-E4A92C9A3119}"/>
              </a:ext>
            </a:extLst>
          </p:cNvPr>
          <p:cNvSpPr/>
          <p:nvPr userDrawn="1"/>
        </p:nvSpPr>
        <p:spPr>
          <a:xfrm flipH="1">
            <a:off x="10715501" y="2243467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/>
            </a:pPr>
            <a:endParaRPr kumimoji="0" lang="es-E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4" name="Forma libre: Forma 45">
            <a:extLst>
              <a:ext uri="{FF2B5EF4-FFF2-40B4-BE49-F238E27FC236}">
                <a16:creationId xmlns:a16="http://schemas.microsoft.com/office/drawing/2014/main" id="{E99BCE04-19B9-4541-925F-AC59CF760E7F}"/>
              </a:ext>
            </a:extLst>
          </p:cNvPr>
          <p:cNvSpPr/>
          <p:nvPr userDrawn="1"/>
        </p:nvSpPr>
        <p:spPr>
          <a:xfrm flipH="1">
            <a:off x="9534557" y="1571099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/>
            </a:pPr>
            <a:endParaRPr kumimoji="0" lang="es-E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5" name="Forma libre: Forma 46">
            <a:extLst>
              <a:ext uri="{FF2B5EF4-FFF2-40B4-BE49-F238E27FC236}">
                <a16:creationId xmlns:a16="http://schemas.microsoft.com/office/drawing/2014/main" id="{F2B610BB-26F6-44A5-B7DB-CEEDCAE916ED}"/>
              </a:ext>
            </a:extLst>
          </p:cNvPr>
          <p:cNvSpPr/>
          <p:nvPr userDrawn="1"/>
        </p:nvSpPr>
        <p:spPr>
          <a:xfrm flipH="1">
            <a:off x="8328171" y="2258376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/>
            </a:pPr>
            <a:endParaRPr kumimoji="0" lang="es-E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6" name="Forma libre: Forma 47">
            <a:extLst>
              <a:ext uri="{FF2B5EF4-FFF2-40B4-BE49-F238E27FC236}">
                <a16:creationId xmlns:a16="http://schemas.microsoft.com/office/drawing/2014/main" id="{C979636C-DE09-47B7-8972-BAE28DFA91DF}"/>
              </a:ext>
            </a:extLst>
          </p:cNvPr>
          <p:cNvSpPr/>
          <p:nvPr userDrawn="1"/>
        </p:nvSpPr>
        <p:spPr>
          <a:xfrm flipH="1">
            <a:off x="8333460" y="361085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/>
            </a:pPr>
            <a:endParaRPr kumimoji="0" lang="es-E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7" name="Forma libre: Forma 48">
            <a:extLst>
              <a:ext uri="{FF2B5EF4-FFF2-40B4-BE49-F238E27FC236}">
                <a16:creationId xmlns:a16="http://schemas.microsoft.com/office/drawing/2014/main" id="{01B12467-C508-4D89-94B3-6D23C6199703}"/>
              </a:ext>
            </a:extLst>
          </p:cNvPr>
          <p:cNvSpPr/>
          <p:nvPr userDrawn="1"/>
        </p:nvSpPr>
        <p:spPr>
          <a:xfrm flipH="1">
            <a:off x="7146016" y="429086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/>
            </a:pPr>
            <a:endParaRPr kumimoji="0" lang="es-E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8" name="Forma libre: Forma 49">
            <a:extLst>
              <a:ext uri="{FF2B5EF4-FFF2-40B4-BE49-F238E27FC236}">
                <a16:creationId xmlns:a16="http://schemas.microsoft.com/office/drawing/2014/main" id="{9EA72422-90A8-454F-8133-112CD2B85BEA}"/>
              </a:ext>
            </a:extLst>
          </p:cNvPr>
          <p:cNvSpPr/>
          <p:nvPr userDrawn="1"/>
        </p:nvSpPr>
        <p:spPr>
          <a:xfrm flipH="1">
            <a:off x="5937847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/>
            </a:pPr>
            <a:endParaRPr kumimoji="0" lang="es-E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9" name="Forma libre: Forma 50">
            <a:extLst>
              <a:ext uri="{FF2B5EF4-FFF2-40B4-BE49-F238E27FC236}">
                <a16:creationId xmlns:a16="http://schemas.microsoft.com/office/drawing/2014/main" id="{3C67727D-D0D9-4CA6-99EE-0B89D465A706}"/>
              </a:ext>
            </a:extLst>
          </p:cNvPr>
          <p:cNvSpPr/>
          <p:nvPr userDrawn="1"/>
        </p:nvSpPr>
        <p:spPr>
          <a:xfrm flipH="1">
            <a:off x="5951993" y="225130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/>
            </a:pPr>
            <a:endParaRPr kumimoji="0" lang="es-E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0" name="Forma libre: Forma 51">
            <a:extLst>
              <a:ext uri="{FF2B5EF4-FFF2-40B4-BE49-F238E27FC236}">
                <a16:creationId xmlns:a16="http://schemas.microsoft.com/office/drawing/2014/main" id="{C88A67D0-B01F-4CC8-B248-2CF85911F456}"/>
              </a:ext>
            </a:extLst>
          </p:cNvPr>
          <p:cNvSpPr/>
          <p:nvPr userDrawn="1"/>
        </p:nvSpPr>
        <p:spPr>
          <a:xfrm flipH="1">
            <a:off x="4778156" y="1565771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/>
            </a:pPr>
            <a:endParaRPr kumimoji="0" lang="es-E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1" name="Forma libre: Forma 52">
            <a:extLst>
              <a:ext uri="{FF2B5EF4-FFF2-40B4-BE49-F238E27FC236}">
                <a16:creationId xmlns:a16="http://schemas.microsoft.com/office/drawing/2014/main" id="{DBF6CA39-E979-4287-833E-20A9B455F7D6}"/>
              </a:ext>
            </a:extLst>
          </p:cNvPr>
          <p:cNvSpPr/>
          <p:nvPr userDrawn="1"/>
        </p:nvSpPr>
        <p:spPr>
          <a:xfrm flipH="1">
            <a:off x="3565843" y="2247823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/>
            </a:pPr>
            <a:endParaRPr kumimoji="0" lang="es-E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2" name="Forma libre: Forma 53">
            <a:extLst>
              <a:ext uri="{FF2B5EF4-FFF2-40B4-BE49-F238E27FC236}">
                <a16:creationId xmlns:a16="http://schemas.microsoft.com/office/drawing/2014/main" id="{9EAA4E60-7510-4920-A426-5630491CFAC2}"/>
              </a:ext>
            </a:extLst>
          </p:cNvPr>
          <p:cNvSpPr/>
          <p:nvPr userDrawn="1"/>
        </p:nvSpPr>
        <p:spPr>
          <a:xfrm flipH="1">
            <a:off x="3565952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/>
            </a:pPr>
            <a:endParaRPr kumimoji="0" lang="es-E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3" name="Forma libre: Forma 54">
            <a:extLst>
              <a:ext uri="{FF2B5EF4-FFF2-40B4-BE49-F238E27FC236}">
                <a16:creationId xmlns:a16="http://schemas.microsoft.com/office/drawing/2014/main" id="{322F7ECD-1942-42EE-B5E0-FC1E0206BFFD}"/>
              </a:ext>
            </a:extLst>
          </p:cNvPr>
          <p:cNvSpPr/>
          <p:nvPr userDrawn="1"/>
        </p:nvSpPr>
        <p:spPr>
          <a:xfrm flipH="1">
            <a:off x="2386318" y="296278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/>
            </a:pPr>
            <a:endParaRPr kumimoji="0" lang="es-E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4" name="Forma libre: Forma 55">
            <a:extLst>
              <a:ext uri="{FF2B5EF4-FFF2-40B4-BE49-F238E27FC236}">
                <a16:creationId xmlns:a16="http://schemas.microsoft.com/office/drawing/2014/main" id="{2465D6BD-72DA-4C13-97C2-7CF8D7F2F0C4}"/>
              </a:ext>
            </a:extLst>
          </p:cNvPr>
          <p:cNvSpPr/>
          <p:nvPr userDrawn="1"/>
        </p:nvSpPr>
        <p:spPr>
          <a:xfrm flipH="1">
            <a:off x="1190302" y="361221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/>
            </a:pPr>
            <a:endParaRPr kumimoji="0" lang="es-E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5" name="Marcador de posición del contenido 47" descr="Haga clic en el icono para agregar una imagen">
            <a:extLst>
              <a:ext uri="{FF2B5EF4-FFF2-40B4-BE49-F238E27FC236}">
                <a16:creationId xmlns:a16="http://schemas.microsoft.com/office/drawing/2014/main" id="{E7C6BEEA-1766-44A1-A28D-2E817DBF226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07136" y="3865003"/>
            <a:ext cx="1877575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lang="es-ES" sz="1800" b="1">
                <a:solidFill>
                  <a:schemeClr val="accent6"/>
                </a:solidFill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el estilo de título del patrón </a:t>
            </a:r>
          </a:p>
        </p:txBody>
      </p:sp>
      <p:sp>
        <p:nvSpPr>
          <p:cNvPr id="86" name="Marcador de posición del contenido 47">
            <a:extLst>
              <a:ext uri="{FF2B5EF4-FFF2-40B4-BE49-F238E27FC236}">
                <a16:creationId xmlns:a16="http://schemas.microsoft.com/office/drawing/2014/main" id="{597D4D7A-8D7E-492C-8795-D491CF53B5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507136" y="4447079"/>
            <a:ext cx="1877575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s-E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/>
              <a:t>Haga clic para modificar los estilos de texto del patrón </a:t>
            </a:r>
          </a:p>
        </p:txBody>
      </p:sp>
      <p:sp>
        <p:nvSpPr>
          <p:cNvPr id="87" name="Marcador de posición del contenido 47" descr="Haga clic en el icono para agregar una imagen">
            <a:extLst>
              <a:ext uri="{FF2B5EF4-FFF2-40B4-BE49-F238E27FC236}">
                <a16:creationId xmlns:a16="http://schemas.microsoft.com/office/drawing/2014/main" id="{A7396594-2DE7-4DB9-B6B4-92F63F06EFC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889942" y="2355643"/>
            <a:ext cx="1877575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lang="es-ES" sz="1800" b="1">
                <a:solidFill>
                  <a:schemeClr val="accent6"/>
                </a:solidFill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el estilo de título del patrón </a:t>
            </a:r>
          </a:p>
        </p:txBody>
      </p:sp>
      <p:sp>
        <p:nvSpPr>
          <p:cNvPr id="88" name="Marcador de posición del contenido 47">
            <a:extLst>
              <a:ext uri="{FF2B5EF4-FFF2-40B4-BE49-F238E27FC236}">
                <a16:creationId xmlns:a16="http://schemas.microsoft.com/office/drawing/2014/main" id="{CC680CF7-ED60-4FFF-B04E-B24ECDDD351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889942" y="2937719"/>
            <a:ext cx="1877575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90000"/>
              </a:lnSpc>
              <a:buNone/>
              <a:defRPr lang="es-E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/>
              <a:t>Haga clic para modificar los estilos de texto del patrón </a:t>
            </a:r>
          </a:p>
        </p:txBody>
      </p:sp>
      <p:sp>
        <p:nvSpPr>
          <p:cNvPr id="89" name="Marcador de posición del contenido 47" descr="Haga clic en el icono para agregar una imagen">
            <a:extLst>
              <a:ext uri="{FF2B5EF4-FFF2-40B4-BE49-F238E27FC236}">
                <a16:creationId xmlns:a16="http://schemas.microsoft.com/office/drawing/2014/main" id="{042E6E66-3835-45DF-80D9-C4AFDF3401F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107230" y="4469081"/>
            <a:ext cx="1877575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lang="es-ES" sz="1800" b="1">
                <a:solidFill>
                  <a:schemeClr val="accent6"/>
                </a:solidFill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el estilo de título del patrón </a:t>
            </a:r>
          </a:p>
        </p:txBody>
      </p:sp>
      <p:sp>
        <p:nvSpPr>
          <p:cNvPr id="90" name="Marcador de posición del contenido 47">
            <a:extLst>
              <a:ext uri="{FF2B5EF4-FFF2-40B4-BE49-F238E27FC236}">
                <a16:creationId xmlns:a16="http://schemas.microsoft.com/office/drawing/2014/main" id="{A6E85C70-1784-4A0C-8897-EDE98D39BC0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107230" y="5051157"/>
            <a:ext cx="1877575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s-E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/>
              <a:t>Haga clic para modificar los estilos de texto del patrón </a:t>
            </a:r>
          </a:p>
        </p:txBody>
      </p:sp>
      <p:sp>
        <p:nvSpPr>
          <p:cNvPr id="91" name="Marcador de posición del contenido 47" descr="Haga clic en el icono para agregar una imagen">
            <a:extLst>
              <a:ext uri="{FF2B5EF4-FFF2-40B4-BE49-F238E27FC236}">
                <a16:creationId xmlns:a16="http://schemas.microsoft.com/office/drawing/2014/main" id="{4CD55BC2-05D0-49CB-B0A5-C96ACB411B5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501941" y="4469081"/>
            <a:ext cx="1877575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lang="es-ES" sz="1800" b="1">
                <a:solidFill>
                  <a:schemeClr val="accent6"/>
                </a:solidFill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el estilo de título del patrón </a:t>
            </a:r>
          </a:p>
        </p:txBody>
      </p:sp>
      <p:sp>
        <p:nvSpPr>
          <p:cNvPr id="92" name="Marcador de posición del contenido 47">
            <a:extLst>
              <a:ext uri="{FF2B5EF4-FFF2-40B4-BE49-F238E27FC236}">
                <a16:creationId xmlns:a16="http://schemas.microsoft.com/office/drawing/2014/main" id="{49DB7120-2F2C-4F89-AA8C-ABC4F3FF25F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01941" y="5051157"/>
            <a:ext cx="1877575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s-E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/>
              <a:t>Haga clic para modificar los estilos de texto del patrón </a:t>
            </a:r>
          </a:p>
        </p:txBody>
      </p:sp>
      <p:sp>
        <p:nvSpPr>
          <p:cNvPr id="93" name="Marcador de posición del contenido 47" descr="Haga clic en el icono para agregar una imagen">
            <a:extLst>
              <a:ext uri="{FF2B5EF4-FFF2-40B4-BE49-F238E27FC236}">
                <a16:creationId xmlns:a16="http://schemas.microsoft.com/office/drawing/2014/main" id="{AEB1F7BA-7D83-4C23-A72B-82DF9377E9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734718" y="2355643"/>
            <a:ext cx="1877575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lang="es-ES" sz="1800" b="1">
                <a:solidFill>
                  <a:schemeClr val="accent6"/>
                </a:solidFill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el estilo de título del patrón </a:t>
            </a:r>
          </a:p>
        </p:txBody>
      </p:sp>
      <p:sp>
        <p:nvSpPr>
          <p:cNvPr id="94" name="Marcador de posición del contenido 47">
            <a:extLst>
              <a:ext uri="{FF2B5EF4-FFF2-40B4-BE49-F238E27FC236}">
                <a16:creationId xmlns:a16="http://schemas.microsoft.com/office/drawing/2014/main" id="{7C32F3EB-1AC3-40E9-B66D-ADB19CC74F0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734718" y="2937719"/>
            <a:ext cx="1877575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s-E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/>
              <a:t>Haga clic para modificar los estilos de texto del patrón 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67E7569-B8BF-39D0-D742-EF98B83E4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914" y="726705"/>
            <a:ext cx="10515600" cy="1205058"/>
          </a:xfrm>
        </p:spPr>
        <p:txBody>
          <a:bodyPr rtlCol="0" anchor="t">
            <a:noAutofit/>
          </a:bodyPr>
          <a:lstStyle>
            <a:lvl1pPr algn="l">
              <a:defRPr lang="es-ES">
                <a:solidFill>
                  <a:schemeClr val="accent6"/>
                </a:solidFill>
              </a:defRPr>
            </a:lvl1pPr>
          </a:lstStyle>
          <a:p>
            <a:pPr rtl="0"/>
            <a:r>
              <a:rPr lang="en-US"/>
              <a:t>Click to edit Master title style</a:t>
            </a:r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FC159C7-D006-5B5F-1FEA-689C432B8C8C}"/>
              </a:ext>
            </a:extLst>
          </p:cNvPr>
          <p:cNvSpPr>
            <a:spLocks noGrp="1"/>
          </p:cNvSpPr>
          <p:nvPr>
            <p:ph type="ftr" sz="quarter" idx="46"/>
          </p:nvPr>
        </p:nvSpPr>
        <p:spPr/>
        <p:txBody>
          <a:bodyPr rtlCol="0">
            <a:noAutofit/>
          </a:bodyPr>
          <a:lstStyle>
            <a:lvl1pPr>
              <a:defRPr lang="es-ES">
                <a:solidFill>
                  <a:schemeClr val="accent6"/>
                </a:solidFill>
              </a:defRPr>
            </a:lvl1pPr>
          </a:lstStyle>
          <a:p>
            <a:pPr rtl="0"/>
            <a:r>
              <a:rPr lang="es-ES"/>
              <a:t>Título de la presentación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F0EBABD-E264-2C96-1139-289A712F35B7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 rtlCol="0">
            <a:noAutofit/>
          </a:bodyPr>
          <a:lstStyle>
            <a:lvl1pPr>
              <a:defRPr lang="es-ES">
                <a:solidFill>
                  <a:schemeClr val="accent6"/>
                </a:solidFill>
              </a:defRPr>
            </a:lvl1pPr>
          </a:lstStyle>
          <a:p>
            <a:pPr rtl="0"/>
            <a:fld id="{47FEACEE-25B4-4A2D-B147-27296E36371D}" type="slidenum">
              <a:rPr lang="es-ES" altLang="zh-CN" smtClean="0"/>
              <a:pPr rtl="0"/>
              <a:t>‹#›</a:t>
            </a:fld>
            <a:endParaRPr lang="es-ES" altLang="zh-CN" dirty="0"/>
          </a:p>
        </p:txBody>
      </p:sp>
    </p:spTree>
    <p:extLst>
      <p:ext uri="{BB962C8B-B14F-4D97-AF65-F5344CB8AC3E}">
        <p14:creationId xmlns:p14="http://schemas.microsoft.com/office/powerpoint/2010/main" val="35908809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rma libre: Forma 19">
            <a:extLst>
              <a:ext uri="{FF2B5EF4-FFF2-40B4-BE49-F238E27FC236}">
                <a16:creationId xmlns:a16="http://schemas.microsoft.com/office/drawing/2014/main" id="{F38B75F8-75D4-4B41-B7C7-433032DD0A6F}"/>
              </a:ext>
            </a:extLst>
          </p:cNvPr>
          <p:cNvSpPr/>
          <p:nvPr userDrawn="1"/>
        </p:nvSpPr>
        <p:spPr>
          <a:xfrm flipH="1">
            <a:off x="769290" y="491100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>
              <a:solidFill>
                <a:schemeClr val="accent6"/>
              </a:solidFill>
            </a:endParaRPr>
          </a:p>
        </p:txBody>
      </p:sp>
      <p:sp>
        <p:nvSpPr>
          <p:cNvPr id="8" name="Forma libre: Forma 24">
            <a:extLst>
              <a:ext uri="{FF2B5EF4-FFF2-40B4-BE49-F238E27FC236}">
                <a16:creationId xmlns:a16="http://schemas.microsoft.com/office/drawing/2014/main" id="{671D1224-EDDC-4900-92DC-13608D44C524}"/>
              </a:ext>
            </a:extLst>
          </p:cNvPr>
          <p:cNvSpPr/>
          <p:nvPr userDrawn="1"/>
        </p:nvSpPr>
        <p:spPr>
          <a:xfrm flipH="1">
            <a:off x="783145" y="4057904"/>
            <a:ext cx="1886359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>
              <a:solidFill>
                <a:schemeClr val="accent6"/>
              </a:solidFill>
            </a:endParaRPr>
          </a:p>
        </p:txBody>
      </p:sp>
      <p:sp>
        <p:nvSpPr>
          <p:cNvPr id="15" name="Forma libre 14">
            <a:extLst>
              <a:ext uri="{FF2B5EF4-FFF2-40B4-BE49-F238E27FC236}">
                <a16:creationId xmlns:a16="http://schemas.microsoft.com/office/drawing/2014/main" id="{635A9E44-4E60-1AD1-0B85-72422683B48A}"/>
              </a:ext>
            </a:extLst>
          </p:cNvPr>
          <p:cNvSpPr/>
          <p:nvPr userDrawn="1"/>
        </p:nvSpPr>
        <p:spPr>
          <a:xfrm flipH="1">
            <a:off x="0" y="3709992"/>
            <a:ext cx="1157948" cy="1502830"/>
          </a:xfrm>
          <a:custGeom>
            <a:avLst/>
            <a:gdLst>
              <a:gd name="connsiteX0" fmla="*/ 638572 w 1157948"/>
              <a:gd name="connsiteY0" fmla="*/ 0 h 1502830"/>
              <a:gd name="connsiteX1" fmla="*/ 0 w 1157948"/>
              <a:gd name="connsiteY1" fmla="*/ 378385 h 1502830"/>
              <a:gd name="connsiteX2" fmla="*/ 0 w 1157948"/>
              <a:gd name="connsiteY2" fmla="*/ 1129800 h 1502830"/>
              <a:gd name="connsiteX3" fmla="*/ 640317 w 1157948"/>
              <a:gd name="connsiteY3" fmla="*/ 1502830 h 1502830"/>
              <a:gd name="connsiteX4" fmla="*/ 1157948 w 1157948"/>
              <a:gd name="connsiteY4" fmla="*/ 1200968 h 1502830"/>
              <a:gd name="connsiteX5" fmla="*/ 1157948 w 1157948"/>
              <a:gd name="connsiteY5" fmla="*/ 304639 h 150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7948" h="1502830">
                <a:moveTo>
                  <a:pt x="638572" y="0"/>
                </a:moveTo>
                <a:lnTo>
                  <a:pt x="0" y="378385"/>
                </a:lnTo>
                <a:lnTo>
                  <a:pt x="0" y="1129800"/>
                </a:lnTo>
                <a:lnTo>
                  <a:pt x="640317" y="1502830"/>
                </a:lnTo>
                <a:lnTo>
                  <a:pt x="1157948" y="1200968"/>
                </a:lnTo>
                <a:lnTo>
                  <a:pt x="1157948" y="304639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>
              <a:solidFill>
                <a:schemeClr val="accent6"/>
              </a:solidFill>
            </a:endParaRPr>
          </a:p>
        </p:txBody>
      </p:sp>
      <p:sp>
        <p:nvSpPr>
          <p:cNvPr id="21" name="Subtítulo 47" descr="Haga clic en el icono para agregar una imagen">
            <a:extLst>
              <a:ext uri="{FF2B5EF4-FFF2-40B4-BE49-F238E27FC236}">
                <a16:creationId xmlns:a16="http://schemas.microsoft.com/office/drawing/2014/main" id="{0C7786BA-5E56-47AA-AE47-4EC07A0D4FA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50705" y="3625598"/>
            <a:ext cx="2653545" cy="587964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es-ES" sz="1800" b="1">
                <a:solidFill>
                  <a:schemeClr val="accent6"/>
                </a:solidFill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el estilo de título del patrón </a:t>
            </a:r>
          </a:p>
        </p:txBody>
      </p:sp>
      <p:sp>
        <p:nvSpPr>
          <p:cNvPr id="23" name="Marcador de posición del contenido 47">
            <a:extLst>
              <a:ext uri="{FF2B5EF4-FFF2-40B4-BE49-F238E27FC236}">
                <a16:creationId xmlns:a16="http://schemas.microsoft.com/office/drawing/2014/main" id="{880214CF-87DD-476A-9B2E-A58DB313A61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50705" y="4246516"/>
            <a:ext cx="2653545" cy="1727103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s-ES" sz="1400" b="0">
                <a:solidFill>
                  <a:schemeClr val="accent6"/>
                </a:solidFill>
                <a:latin typeface="+mn-lt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los estilos de texto del patrón </a:t>
            </a:r>
          </a:p>
        </p:txBody>
      </p:sp>
      <p:sp>
        <p:nvSpPr>
          <p:cNvPr id="37" name="Marcador de posición de imagen">
            <a:extLst>
              <a:ext uri="{FF2B5EF4-FFF2-40B4-BE49-F238E27FC236}">
                <a16:creationId xmlns:a16="http://schemas.microsoft.com/office/drawing/2014/main" id="{264CF63C-079E-41AA-AA9A-762A765E699F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1788170" y="2296125"/>
            <a:ext cx="1886360" cy="2144668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rtlCol="0" anchor="ctr">
            <a:noAutofit/>
          </a:bodyPr>
          <a:lstStyle>
            <a:lvl1pPr marL="0" indent="0" algn="ctr">
              <a:buNone/>
              <a:defRPr lang="es-ES" sz="1000">
                <a:solidFill>
                  <a:schemeClr val="accent6"/>
                </a:solidFill>
              </a:defRPr>
            </a:lvl1pPr>
          </a:lstStyle>
          <a:p>
            <a:pPr rtl="0"/>
            <a:r>
              <a:rPr lang="en-US"/>
              <a:t>Click icon to add picture</a:t>
            </a:r>
            <a:endParaRPr lang="es-ES" altLang="en-US"/>
          </a:p>
        </p:txBody>
      </p:sp>
      <p:sp>
        <p:nvSpPr>
          <p:cNvPr id="17" name="Título 1">
            <a:extLst>
              <a:ext uri="{FF2B5EF4-FFF2-40B4-BE49-F238E27FC236}">
                <a16:creationId xmlns:a16="http://schemas.microsoft.com/office/drawing/2014/main" id="{D041C638-CBB8-1159-9AF8-B5D14CC7B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0704" y="1690878"/>
            <a:ext cx="6599429" cy="1325563"/>
          </a:xfrm>
        </p:spPr>
        <p:txBody>
          <a:bodyPr rtlCol="0" anchor="b">
            <a:noAutofit/>
          </a:bodyPr>
          <a:lstStyle>
            <a:lvl1pPr>
              <a:defRPr lang="es-ES">
                <a:solidFill>
                  <a:schemeClr val="accent6"/>
                </a:solidFill>
              </a:defRPr>
            </a:lvl1pPr>
          </a:lstStyle>
          <a:p>
            <a:pPr rtl="0"/>
            <a:r>
              <a:rPr lang="en-US"/>
              <a:t>Click to edit Master title style</a:t>
            </a:r>
            <a:endParaRPr lang="es-ES" dirty="0"/>
          </a:p>
        </p:txBody>
      </p:sp>
      <p:sp>
        <p:nvSpPr>
          <p:cNvPr id="18" name="Subtítulo 47" descr="Haga clic en el icono para agregar una imagen">
            <a:extLst>
              <a:ext uri="{FF2B5EF4-FFF2-40B4-BE49-F238E27FC236}">
                <a16:creationId xmlns:a16="http://schemas.microsoft.com/office/drawing/2014/main" id="{3C2C4001-E56F-4174-01AA-4630360BFF4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811506" y="3625598"/>
            <a:ext cx="2653545" cy="587964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es-ES" sz="1800" b="1">
                <a:solidFill>
                  <a:schemeClr val="accent6"/>
                </a:solidFill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el estilo de título del patrón </a:t>
            </a:r>
          </a:p>
        </p:txBody>
      </p:sp>
      <p:sp>
        <p:nvSpPr>
          <p:cNvPr id="20" name="Marcador de posición del contenido 47">
            <a:extLst>
              <a:ext uri="{FF2B5EF4-FFF2-40B4-BE49-F238E27FC236}">
                <a16:creationId xmlns:a16="http://schemas.microsoft.com/office/drawing/2014/main" id="{02DFC856-C546-62E9-220F-7A668D34905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811506" y="4246516"/>
            <a:ext cx="2653545" cy="1727103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s-ES" sz="1400" b="0">
                <a:solidFill>
                  <a:schemeClr val="accent6"/>
                </a:solidFill>
                <a:latin typeface="+mn-lt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los estilos de texto del patrón 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507335A-F59E-2A6C-D2D6-F10391DA8D69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 rtlCol="0">
            <a:noAutofit/>
          </a:bodyPr>
          <a:lstStyle>
            <a:lvl1pPr>
              <a:defRPr lang="es-ES">
                <a:solidFill>
                  <a:schemeClr val="accent6"/>
                </a:solidFill>
              </a:defRPr>
            </a:lvl1pPr>
          </a:lstStyle>
          <a:p>
            <a:pPr rtl="0"/>
            <a:fld id="{47FEACEE-25B4-4A2D-B147-27296E36371D}" type="slidenum">
              <a:rPr lang="es-ES" altLang="zh-CN" smtClean="0"/>
              <a:pPr rtl="0"/>
              <a:t>‹#›</a:t>
            </a:fld>
            <a:endParaRPr lang="es-ES" altLang="zh-CN" dirty="0"/>
          </a:p>
        </p:txBody>
      </p:sp>
    </p:spTree>
    <p:extLst>
      <p:ext uri="{BB962C8B-B14F-4D97-AF65-F5344CB8AC3E}">
        <p14:creationId xmlns:p14="http://schemas.microsoft.com/office/powerpoint/2010/main" val="36136463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s conteni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orma libre 14">
            <a:extLst>
              <a:ext uri="{FF2B5EF4-FFF2-40B4-BE49-F238E27FC236}">
                <a16:creationId xmlns:a16="http://schemas.microsoft.com/office/drawing/2014/main" id="{F946AB17-3782-8412-C51A-DE10A0637453}"/>
              </a:ext>
            </a:extLst>
          </p:cNvPr>
          <p:cNvSpPr/>
          <p:nvPr userDrawn="1"/>
        </p:nvSpPr>
        <p:spPr>
          <a:xfrm>
            <a:off x="0" y="2860787"/>
            <a:ext cx="2361029" cy="3676532"/>
          </a:xfrm>
          <a:custGeom>
            <a:avLst/>
            <a:gdLst>
              <a:gd name="connsiteX0" fmla="*/ 773997 w 2361029"/>
              <a:gd name="connsiteY0" fmla="*/ 0 h 3676532"/>
              <a:gd name="connsiteX1" fmla="*/ 2361029 w 2361029"/>
              <a:gd name="connsiteY1" fmla="*/ 925683 h 3676532"/>
              <a:gd name="connsiteX2" fmla="*/ 2361029 w 2361029"/>
              <a:gd name="connsiteY2" fmla="*/ 2763949 h 3676532"/>
              <a:gd name="connsiteX3" fmla="*/ 769661 w 2361029"/>
              <a:gd name="connsiteY3" fmla="*/ 3676532 h 3676532"/>
              <a:gd name="connsiteX4" fmla="*/ 0 w 2361029"/>
              <a:gd name="connsiteY4" fmla="*/ 3234717 h 3676532"/>
              <a:gd name="connsiteX5" fmla="*/ 0 w 2361029"/>
              <a:gd name="connsiteY5" fmla="*/ 446885 h 367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61029" h="3676532">
                <a:moveTo>
                  <a:pt x="773997" y="0"/>
                </a:moveTo>
                <a:lnTo>
                  <a:pt x="2361029" y="925683"/>
                </a:lnTo>
                <a:lnTo>
                  <a:pt x="2361029" y="2763949"/>
                </a:lnTo>
                <a:lnTo>
                  <a:pt x="769661" y="3676532"/>
                </a:lnTo>
                <a:lnTo>
                  <a:pt x="0" y="3234717"/>
                </a:lnTo>
                <a:lnTo>
                  <a:pt x="0" y="446885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>
              <a:solidFill>
                <a:schemeClr val="accent6"/>
              </a:solidFill>
            </a:endParaRPr>
          </a:p>
        </p:txBody>
      </p:sp>
      <p:sp>
        <p:nvSpPr>
          <p:cNvPr id="16" name="Forma libre 15">
            <a:extLst>
              <a:ext uri="{FF2B5EF4-FFF2-40B4-BE49-F238E27FC236}">
                <a16:creationId xmlns:a16="http://schemas.microsoft.com/office/drawing/2014/main" id="{2BA5A58B-9440-7DAB-E7D7-3143B049FBAC}"/>
              </a:ext>
            </a:extLst>
          </p:cNvPr>
          <p:cNvSpPr/>
          <p:nvPr userDrawn="1"/>
        </p:nvSpPr>
        <p:spPr>
          <a:xfrm flipH="1">
            <a:off x="1014233" y="5253270"/>
            <a:ext cx="1710765" cy="1593273"/>
          </a:xfrm>
          <a:custGeom>
            <a:avLst/>
            <a:gdLst>
              <a:gd name="connsiteX0" fmla="*/ 852873 w 1710765"/>
              <a:gd name="connsiteY0" fmla="*/ 0 h 1593273"/>
              <a:gd name="connsiteX1" fmla="*/ 0 w 1710765"/>
              <a:gd name="connsiteY1" fmla="*/ 494134 h 1593273"/>
              <a:gd name="connsiteX2" fmla="*/ 0 w 1710765"/>
              <a:gd name="connsiteY2" fmla="*/ 1475410 h 1593273"/>
              <a:gd name="connsiteX3" fmla="*/ 206916 w 1710765"/>
              <a:gd name="connsiteY3" fmla="*/ 1593273 h 1593273"/>
              <a:gd name="connsiteX4" fmla="*/ 1502835 w 1710765"/>
              <a:gd name="connsiteY4" fmla="*/ 1593273 h 1593273"/>
              <a:gd name="connsiteX5" fmla="*/ 1709418 w 1710765"/>
              <a:gd name="connsiteY5" fmla="*/ 1475480 h 1593273"/>
              <a:gd name="connsiteX6" fmla="*/ 1710407 w 1710765"/>
              <a:gd name="connsiteY6" fmla="*/ 491803 h 1593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0765" h="1593273">
                <a:moveTo>
                  <a:pt x="852873" y="0"/>
                </a:moveTo>
                <a:lnTo>
                  <a:pt x="0" y="494134"/>
                </a:lnTo>
                <a:lnTo>
                  <a:pt x="0" y="1475410"/>
                </a:lnTo>
                <a:lnTo>
                  <a:pt x="206916" y="1593273"/>
                </a:lnTo>
                <a:lnTo>
                  <a:pt x="1502835" y="1593273"/>
                </a:lnTo>
                <a:lnTo>
                  <a:pt x="1709418" y="1475480"/>
                </a:lnTo>
                <a:cubicBezTo>
                  <a:pt x="1707864" y="1146834"/>
                  <a:pt x="1711961" y="820449"/>
                  <a:pt x="1710407" y="491803"/>
                </a:cubicBez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>
              <a:solidFill>
                <a:schemeClr val="accent6"/>
              </a:solidFill>
            </a:endParaRPr>
          </a:p>
        </p:txBody>
      </p:sp>
      <p:sp>
        <p:nvSpPr>
          <p:cNvPr id="22" name="Marcador de contenido 47" descr="Haga clic en el icono para agregar una imagen">
            <a:extLst>
              <a:ext uri="{FF2B5EF4-FFF2-40B4-BE49-F238E27FC236}">
                <a16:creationId xmlns:a16="http://schemas.microsoft.com/office/drawing/2014/main" id="{95ADF367-2619-4E00-AB82-8FFF41D0E5C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71609" y="1025236"/>
            <a:ext cx="5162709" cy="420683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es-ES"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el estilo de título del patrón </a:t>
            </a:r>
          </a:p>
        </p:txBody>
      </p:sp>
      <p:sp>
        <p:nvSpPr>
          <p:cNvPr id="23" name="Marcador de contenido 47">
            <a:extLst>
              <a:ext uri="{FF2B5EF4-FFF2-40B4-BE49-F238E27FC236}">
                <a16:creationId xmlns:a16="http://schemas.microsoft.com/office/drawing/2014/main" id="{8CEB04CE-793E-47B4-8D80-9B82864F2CD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71608" y="1469069"/>
            <a:ext cx="5162709" cy="1506166"/>
          </a:xfrm>
          <a:prstGeom prst="rect">
            <a:avLst/>
          </a:prstGeom>
        </p:spPr>
        <p:txBody>
          <a:bodyPr rtlCol="0"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s-ES" sz="1400" b="0">
                <a:solidFill>
                  <a:schemeClr val="accent6"/>
                </a:solidFill>
                <a:latin typeface="+mn-lt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los estilos de texto del patrón </a:t>
            </a:r>
          </a:p>
        </p:txBody>
      </p:sp>
      <p:sp>
        <p:nvSpPr>
          <p:cNvPr id="24" name="Marcador de contenido 47" descr="Haga clic en el icono para agregar una imagen">
            <a:extLst>
              <a:ext uri="{FF2B5EF4-FFF2-40B4-BE49-F238E27FC236}">
                <a16:creationId xmlns:a16="http://schemas.microsoft.com/office/drawing/2014/main" id="{067BF8FD-2643-4122-BE3E-63F413244EC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1609" y="2984685"/>
            <a:ext cx="5162709" cy="420683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es-ES"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el estilo de título del patrón </a:t>
            </a:r>
          </a:p>
        </p:txBody>
      </p:sp>
      <p:sp>
        <p:nvSpPr>
          <p:cNvPr id="26" name="Marcador de contenido 47" descr="Haga clic en el icono para agregar una imagen">
            <a:extLst>
              <a:ext uri="{FF2B5EF4-FFF2-40B4-BE49-F238E27FC236}">
                <a16:creationId xmlns:a16="http://schemas.microsoft.com/office/drawing/2014/main" id="{02260D10-FEA1-48A7-B544-FAEEAECF5DE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71607" y="4597473"/>
            <a:ext cx="5162709" cy="421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es-ES"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el estilo de título del patrón </a:t>
            </a:r>
          </a:p>
        </p:txBody>
      </p:sp>
      <p:sp>
        <p:nvSpPr>
          <p:cNvPr id="20" name="Marcador de contenido 47">
            <a:extLst>
              <a:ext uri="{FF2B5EF4-FFF2-40B4-BE49-F238E27FC236}">
                <a16:creationId xmlns:a16="http://schemas.microsoft.com/office/drawing/2014/main" id="{64584B30-8BCF-4D75-8A6C-FD82347CC7B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271608" y="3419684"/>
            <a:ext cx="5162709" cy="1177789"/>
          </a:xfrm>
          <a:prstGeom prst="rect">
            <a:avLst/>
          </a:prstGeom>
        </p:spPr>
        <p:txBody>
          <a:bodyPr rtlCol="0"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s-ES" sz="1400" b="0">
                <a:solidFill>
                  <a:schemeClr val="accent6"/>
                </a:solidFill>
                <a:latin typeface="+mn-lt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los estilos de texto del patrón </a:t>
            </a:r>
          </a:p>
        </p:txBody>
      </p:sp>
      <p:sp>
        <p:nvSpPr>
          <p:cNvPr id="28" name="Marcador de contenido 47">
            <a:extLst>
              <a:ext uri="{FF2B5EF4-FFF2-40B4-BE49-F238E27FC236}">
                <a16:creationId xmlns:a16="http://schemas.microsoft.com/office/drawing/2014/main" id="{A4A25056-27FA-4039-ACFA-6624F778712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271608" y="5041922"/>
            <a:ext cx="5162709" cy="1635938"/>
          </a:xfrm>
          <a:prstGeom prst="rect">
            <a:avLst/>
          </a:prstGeom>
        </p:spPr>
        <p:txBody>
          <a:bodyPr rtlCol="0"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s-ES" sz="1400" b="0">
                <a:solidFill>
                  <a:schemeClr val="accent6"/>
                </a:solidFill>
                <a:latin typeface="+mn-lt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los estilos de texto del patrón </a:t>
            </a:r>
          </a:p>
        </p:txBody>
      </p:sp>
      <p:sp>
        <p:nvSpPr>
          <p:cNvPr id="27" name="Forma libre: Forma 24">
            <a:extLst>
              <a:ext uri="{FF2B5EF4-FFF2-40B4-BE49-F238E27FC236}">
                <a16:creationId xmlns:a16="http://schemas.microsoft.com/office/drawing/2014/main" id="{A23F9759-CF52-CE45-5E22-9678534685A7}"/>
              </a:ext>
            </a:extLst>
          </p:cNvPr>
          <p:cNvSpPr/>
          <p:nvPr userDrawn="1"/>
        </p:nvSpPr>
        <p:spPr>
          <a:xfrm flipH="1">
            <a:off x="2631891" y="4699053"/>
            <a:ext cx="668814" cy="784693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>
              <a:solidFill>
                <a:schemeClr val="accent6"/>
              </a:solidFill>
            </a:endParaRPr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5D84FCC1-368D-680C-31AA-597C3AAF4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665" y="707105"/>
            <a:ext cx="3994173" cy="2277580"/>
          </a:xfrm>
        </p:spPr>
        <p:txBody>
          <a:bodyPr rtlCol="0" anchor="t">
            <a:noAutofit/>
          </a:bodyPr>
          <a:lstStyle>
            <a:lvl1pPr>
              <a:defRPr lang="es-ES">
                <a:solidFill>
                  <a:schemeClr val="accent6"/>
                </a:solidFill>
              </a:defRPr>
            </a:lvl1pPr>
          </a:lstStyle>
          <a:p>
            <a:pPr rtl="0"/>
            <a:r>
              <a:rPr lang="en-US"/>
              <a:t>Click to edit Master title style</a:t>
            </a:r>
            <a:endParaRPr lang="es-ES" dirty="0"/>
          </a:p>
        </p:txBody>
      </p:sp>
      <p:sp>
        <p:nvSpPr>
          <p:cNvPr id="18" name="Marcador de posición de imagen 2">
            <a:extLst>
              <a:ext uri="{FF2B5EF4-FFF2-40B4-BE49-F238E27FC236}">
                <a16:creationId xmlns:a16="http://schemas.microsoft.com/office/drawing/2014/main" id="{E53E8C9F-CD73-30CD-1F24-20F2E6149D58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4734172" y="1141669"/>
            <a:ext cx="507778" cy="565882"/>
          </a:xfrm>
        </p:spPr>
        <p:txBody>
          <a:bodyPr lIns="0" rIns="0" rtlCol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s-ES"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es-ES"/>
            </a:pPr>
            <a:r>
              <a:rPr lang="en-US"/>
              <a:t>Click icon to add picture</a:t>
            </a:r>
            <a:endParaRPr lang="es-ES" dirty="0"/>
          </a:p>
        </p:txBody>
      </p:sp>
      <p:sp>
        <p:nvSpPr>
          <p:cNvPr id="19" name="Marcador de posición de imagen 2">
            <a:extLst>
              <a:ext uri="{FF2B5EF4-FFF2-40B4-BE49-F238E27FC236}">
                <a16:creationId xmlns:a16="http://schemas.microsoft.com/office/drawing/2014/main" id="{CE61E189-349E-0076-EA43-7BCB6E24CE86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4724705" y="3105650"/>
            <a:ext cx="536270" cy="565882"/>
          </a:xfrm>
        </p:spPr>
        <p:txBody>
          <a:bodyPr lIns="0" rIns="0" rtlCol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s-ES"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es-ES"/>
            </a:pPr>
            <a:r>
              <a:rPr lang="en-US"/>
              <a:t>Click icon to add picture</a:t>
            </a:r>
            <a:endParaRPr lang="es-ES" dirty="0"/>
          </a:p>
        </p:txBody>
      </p:sp>
      <p:sp>
        <p:nvSpPr>
          <p:cNvPr id="21" name="Marcador de posición de imagen 2">
            <a:extLst>
              <a:ext uri="{FF2B5EF4-FFF2-40B4-BE49-F238E27FC236}">
                <a16:creationId xmlns:a16="http://schemas.microsoft.com/office/drawing/2014/main" id="{68B04572-5D47-C3DF-CDEA-15EC646EA8FE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4714069" y="4716041"/>
            <a:ext cx="536270" cy="565882"/>
          </a:xfrm>
        </p:spPr>
        <p:txBody>
          <a:bodyPr lIns="0" rIns="0" rtlCol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s-ES"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es-ES"/>
            </a:pPr>
            <a:r>
              <a:rPr lang="en-US"/>
              <a:t>Click icon to add picture</a:t>
            </a:r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446A453-65E1-B688-A3F9-EA0AA347DDEA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 rtlCol="0">
            <a:noAutofit/>
          </a:bodyPr>
          <a:lstStyle>
            <a:lvl1pPr>
              <a:defRPr lang="es-ES">
                <a:solidFill>
                  <a:schemeClr val="accent6"/>
                </a:solidFill>
              </a:defRPr>
            </a:lvl1pPr>
          </a:lstStyle>
          <a:p>
            <a:pPr rtl="0"/>
            <a:fld id="{47FEACEE-25B4-4A2D-B147-27296E36371D}" type="slidenum">
              <a:rPr lang="es-ES" altLang="zh-CN" smtClean="0"/>
              <a:pPr rtl="0"/>
              <a:t>‹#›</a:t>
            </a:fld>
            <a:endParaRPr lang="es-ES" altLang="zh-CN" dirty="0"/>
          </a:p>
        </p:txBody>
      </p:sp>
    </p:spTree>
    <p:extLst>
      <p:ext uri="{BB962C8B-B14F-4D97-AF65-F5344CB8AC3E}">
        <p14:creationId xmlns:p14="http://schemas.microsoft.com/office/powerpoint/2010/main" val="26621137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u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contenido 47">
            <a:extLst>
              <a:ext uri="{FF2B5EF4-FFF2-40B4-BE49-F238E27FC236}">
                <a16:creationId xmlns:a16="http://schemas.microsoft.com/office/drawing/2014/main" id="{3EDD8D3E-653B-4A9E-9868-3B013A65FE9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7493157" y="529148"/>
            <a:ext cx="4248873" cy="473113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ln w="19050">
            <a:noFill/>
          </a:ln>
        </p:spPr>
        <p:txBody>
          <a:bodyPr rtlCol="0" anchor="ctr">
            <a:noAutofit/>
          </a:bodyPr>
          <a:lstStyle>
            <a:lvl1pPr marL="0" indent="0" algn="ctr">
              <a:buNone/>
              <a:defRPr lang="es-ES">
                <a:solidFill>
                  <a:schemeClr val="accent6"/>
                </a:solidFill>
              </a:defRPr>
            </a:lvl1pPr>
          </a:lstStyle>
          <a:p>
            <a:pPr rtl="0"/>
            <a:r>
              <a:rPr lang="en-US"/>
              <a:t>Click icon to add picture</a:t>
            </a:r>
            <a:endParaRPr lang="es-ES" altLang="en-US"/>
          </a:p>
        </p:txBody>
      </p:sp>
      <p:sp>
        <p:nvSpPr>
          <p:cNvPr id="18" name="Marcador de contenido 47">
            <a:extLst>
              <a:ext uri="{FF2B5EF4-FFF2-40B4-BE49-F238E27FC236}">
                <a16:creationId xmlns:a16="http://schemas.microsoft.com/office/drawing/2014/main" id="{DD4E6A9F-7400-917B-6A6B-6BAB445E85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7427" y="3253120"/>
            <a:ext cx="4959822" cy="2007158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>
              <a:lnSpc>
                <a:spcPct val="100000"/>
              </a:lnSpc>
              <a:buNone/>
              <a:defRPr lang="es-ES" sz="1500" b="0">
                <a:solidFill>
                  <a:schemeClr val="accent6"/>
                </a:solidFill>
                <a:latin typeface="+mn-lt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los estilos de texto del patrón </a:t>
            </a:r>
          </a:p>
        </p:txBody>
      </p:sp>
      <p:sp>
        <p:nvSpPr>
          <p:cNvPr id="19" name="Forma libre: Forma 25">
            <a:extLst>
              <a:ext uri="{FF2B5EF4-FFF2-40B4-BE49-F238E27FC236}">
                <a16:creationId xmlns:a16="http://schemas.microsoft.com/office/drawing/2014/main" id="{D7BBD3E8-D5DD-C21F-3792-4880373CCDCC}"/>
              </a:ext>
            </a:extLst>
          </p:cNvPr>
          <p:cNvSpPr/>
          <p:nvPr userDrawn="1"/>
        </p:nvSpPr>
        <p:spPr>
          <a:xfrm flipH="1">
            <a:off x="7400972" y="4508725"/>
            <a:ext cx="1347680" cy="158117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>
              <a:solidFill>
                <a:schemeClr val="accent6"/>
              </a:solidFill>
            </a:endParaRPr>
          </a:p>
        </p:txBody>
      </p:sp>
      <p:sp>
        <p:nvSpPr>
          <p:cNvPr id="20" name="Forma libre: Forma 11">
            <a:extLst>
              <a:ext uri="{FF2B5EF4-FFF2-40B4-BE49-F238E27FC236}">
                <a16:creationId xmlns:a16="http://schemas.microsoft.com/office/drawing/2014/main" id="{FC461D80-0CAC-62E5-726A-63B48BEF3F25}"/>
              </a:ext>
            </a:extLst>
          </p:cNvPr>
          <p:cNvSpPr/>
          <p:nvPr userDrawn="1"/>
        </p:nvSpPr>
        <p:spPr>
          <a:xfrm>
            <a:off x="6521016" y="4772906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/>
            </a:pPr>
            <a:endParaRPr kumimoji="0" lang="es-E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D4944167-AFE9-AE61-AF44-B9AEE24D1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427" y="2497488"/>
            <a:ext cx="9823998" cy="1325563"/>
          </a:xfrm>
        </p:spPr>
        <p:txBody>
          <a:bodyPr rtlCol="0" anchor="t">
            <a:noAutofit/>
          </a:bodyPr>
          <a:lstStyle>
            <a:lvl1pPr>
              <a:defRPr lang="es-ES">
                <a:solidFill>
                  <a:schemeClr val="accent6"/>
                </a:solidFill>
              </a:defRPr>
            </a:lvl1pPr>
          </a:lstStyle>
          <a:p>
            <a:pPr rtl="0"/>
            <a:r>
              <a:rPr lang="en-US"/>
              <a:t>Click to edit Master title style</a:t>
            </a:r>
            <a:endParaRPr lang="es-ES" dirty="0"/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47268D53-92DA-7335-4DAB-83485CAF3FE9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/>
        <p:txBody>
          <a:bodyPr rtlCol="0">
            <a:noAutofit/>
          </a:bodyPr>
          <a:lstStyle>
            <a:lvl1pPr>
              <a:defRPr lang="es-ES">
                <a:solidFill>
                  <a:schemeClr val="accent6"/>
                </a:solidFill>
              </a:defRPr>
            </a:lvl1pPr>
          </a:lstStyle>
          <a:p>
            <a:pPr rtl="0"/>
            <a:r>
              <a:rPr lang="es-ES"/>
              <a:t>Título de la presentación</a:t>
            </a: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F9FCB16-3643-AB04-D20E-A14FFE07F67C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 rtlCol="0">
            <a:noAutofit/>
          </a:bodyPr>
          <a:lstStyle>
            <a:lvl1pPr>
              <a:defRPr lang="es-ES">
                <a:solidFill>
                  <a:schemeClr val="accent6"/>
                </a:solidFill>
              </a:defRPr>
            </a:lvl1pPr>
          </a:lstStyle>
          <a:p>
            <a:pPr rtl="0"/>
            <a:fld id="{47FEACEE-25B4-4A2D-B147-27296E36371D}" type="slidenum">
              <a:rPr lang="es-ES" altLang="zh-CN" smtClean="0"/>
              <a:pPr rtl="0"/>
              <a:t>‹#›</a:t>
            </a:fld>
            <a:endParaRPr lang="es-ES" altLang="zh-CN" dirty="0"/>
          </a:p>
        </p:txBody>
      </p:sp>
    </p:spTree>
    <p:extLst>
      <p:ext uri="{BB962C8B-B14F-4D97-AF65-F5344CB8AC3E}">
        <p14:creationId xmlns:p14="http://schemas.microsoft.com/office/powerpoint/2010/main" val="32132766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ci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orma libre 46">
            <a:extLst>
              <a:ext uri="{FF2B5EF4-FFF2-40B4-BE49-F238E27FC236}">
                <a16:creationId xmlns:a16="http://schemas.microsoft.com/office/drawing/2014/main" id="{39B50CEE-D9F9-B5CD-C274-BEAA5EAB37E3}"/>
              </a:ext>
            </a:extLst>
          </p:cNvPr>
          <p:cNvSpPr/>
          <p:nvPr userDrawn="1"/>
        </p:nvSpPr>
        <p:spPr>
          <a:xfrm>
            <a:off x="410352" y="12435"/>
            <a:ext cx="1455521" cy="1019127"/>
          </a:xfrm>
          <a:custGeom>
            <a:avLst/>
            <a:gdLst>
              <a:gd name="connsiteX0" fmla="*/ 219223 w 1455521"/>
              <a:gd name="connsiteY0" fmla="*/ 0 h 1019127"/>
              <a:gd name="connsiteX1" fmla="*/ 1236298 w 1455521"/>
              <a:gd name="connsiteY1" fmla="*/ 0 h 1019127"/>
              <a:gd name="connsiteX2" fmla="*/ 1455521 w 1455521"/>
              <a:gd name="connsiteY2" fmla="*/ 385779 h 1019127"/>
              <a:gd name="connsiteX3" fmla="*/ 1095615 w 1455521"/>
              <a:gd name="connsiteY3" fmla="*/ 1019127 h 1019127"/>
              <a:gd name="connsiteX4" fmla="*/ 359906 w 1455521"/>
              <a:gd name="connsiteY4" fmla="*/ 1019127 h 1019127"/>
              <a:gd name="connsiteX5" fmla="*/ 0 w 1455521"/>
              <a:gd name="connsiteY5" fmla="*/ 385779 h 1019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1019127">
                <a:moveTo>
                  <a:pt x="219223" y="0"/>
                </a:moveTo>
                <a:lnTo>
                  <a:pt x="1236298" y="0"/>
                </a:lnTo>
                <a:lnTo>
                  <a:pt x="1455521" y="385779"/>
                </a:lnTo>
                <a:lnTo>
                  <a:pt x="1095615" y="1019127"/>
                </a:lnTo>
                <a:lnTo>
                  <a:pt x="359906" y="1019127"/>
                </a:lnTo>
                <a:lnTo>
                  <a:pt x="0" y="385779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>
              <a:solidFill>
                <a:schemeClr val="accent6"/>
              </a:solidFill>
            </a:endParaRPr>
          </a:p>
        </p:txBody>
      </p:sp>
      <p:sp>
        <p:nvSpPr>
          <p:cNvPr id="9" name="Hexágono 15">
            <a:extLst>
              <a:ext uri="{FF2B5EF4-FFF2-40B4-BE49-F238E27FC236}">
                <a16:creationId xmlns:a16="http://schemas.microsoft.com/office/drawing/2014/main" id="{93831F6E-A0DA-46E5-AF13-ED5D9ABF108D}"/>
              </a:ext>
            </a:extLst>
          </p:cNvPr>
          <p:cNvSpPr/>
          <p:nvPr userDrawn="1"/>
        </p:nvSpPr>
        <p:spPr>
          <a:xfrm>
            <a:off x="1579486" y="45000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>
              <a:solidFill>
                <a:schemeClr val="accent6"/>
              </a:solidFill>
            </a:endParaRPr>
          </a:p>
        </p:txBody>
      </p:sp>
      <p:sp>
        <p:nvSpPr>
          <p:cNvPr id="10" name="Hexágono 17">
            <a:extLst>
              <a:ext uri="{FF2B5EF4-FFF2-40B4-BE49-F238E27FC236}">
                <a16:creationId xmlns:a16="http://schemas.microsoft.com/office/drawing/2014/main" id="{18B06ECC-5FA7-4ACA-86BF-694240D0C05B}"/>
              </a:ext>
            </a:extLst>
          </p:cNvPr>
          <p:cNvSpPr/>
          <p:nvPr userDrawn="1"/>
        </p:nvSpPr>
        <p:spPr>
          <a:xfrm>
            <a:off x="412218" y="113647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>
              <a:solidFill>
                <a:schemeClr val="accent6"/>
              </a:solidFill>
            </a:endParaRPr>
          </a:p>
        </p:txBody>
      </p:sp>
      <p:sp>
        <p:nvSpPr>
          <p:cNvPr id="11" name="Hexágono 19">
            <a:extLst>
              <a:ext uri="{FF2B5EF4-FFF2-40B4-BE49-F238E27FC236}">
                <a16:creationId xmlns:a16="http://schemas.microsoft.com/office/drawing/2014/main" id="{089AA305-8FFC-46A5-B806-D5D78320D0CD}"/>
              </a:ext>
            </a:extLst>
          </p:cNvPr>
          <p:cNvSpPr/>
          <p:nvPr userDrawn="1"/>
        </p:nvSpPr>
        <p:spPr>
          <a:xfrm>
            <a:off x="1580070" y="1812437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>
              <a:solidFill>
                <a:schemeClr val="accent6"/>
              </a:solidFill>
            </a:endParaRPr>
          </a:p>
        </p:txBody>
      </p:sp>
      <p:sp>
        <p:nvSpPr>
          <p:cNvPr id="12" name="Hexágono 21">
            <a:extLst>
              <a:ext uri="{FF2B5EF4-FFF2-40B4-BE49-F238E27FC236}">
                <a16:creationId xmlns:a16="http://schemas.microsoft.com/office/drawing/2014/main" id="{DB2D65ED-32BC-44B2-92F3-E16717051CA1}"/>
              </a:ext>
            </a:extLst>
          </p:cNvPr>
          <p:cNvSpPr/>
          <p:nvPr userDrawn="1"/>
        </p:nvSpPr>
        <p:spPr>
          <a:xfrm>
            <a:off x="3953772" y="4582171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>
              <a:solidFill>
                <a:schemeClr val="accent6"/>
              </a:solidFill>
            </a:endParaRPr>
          </a:p>
        </p:txBody>
      </p:sp>
      <p:sp>
        <p:nvSpPr>
          <p:cNvPr id="44" name="Forma libre 43">
            <a:extLst>
              <a:ext uri="{FF2B5EF4-FFF2-40B4-BE49-F238E27FC236}">
                <a16:creationId xmlns:a16="http://schemas.microsoft.com/office/drawing/2014/main" id="{6100186E-95B0-AB29-6F1D-DBFBAA566DB2}"/>
              </a:ext>
            </a:extLst>
          </p:cNvPr>
          <p:cNvSpPr/>
          <p:nvPr userDrawn="1"/>
        </p:nvSpPr>
        <p:spPr>
          <a:xfrm>
            <a:off x="3955762" y="5952136"/>
            <a:ext cx="1455521" cy="932559"/>
          </a:xfrm>
          <a:custGeom>
            <a:avLst/>
            <a:gdLst>
              <a:gd name="connsiteX0" fmla="*/ 359906 w 1455521"/>
              <a:gd name="connsiteY0" fmla="*/ 0 h 932559"/>
              <a:gd name="connsiteX1" fmla="*/ 1095615 w 1455521"/>
              <a:gd name="connsiteY1" fmla="*/ 0 h 932559"/>
              <a:gd name="connsiteX2" fmla="*/ 1455521 w 1455521"/>
              <a:gd name="connsiteY2" fmla="*/ 633348 h 932559"/>
              <a:gd name="connsiteX3" fmla="*/ 1285492 w 1455521"/>
              <a:gd name="connsiteY3" fmla="*/ 932559 h 932559"/>
              <a:gd name="connsiteX4" fmla="*/ 170030 w 1455521"/>
              <a:gd name="connsiteY4" fmla="*/ 932559 h 932559"/>
              <a:gd name="connsiteX5" fmla="*/ 0 w 1455521"/>
              <a:gd name="connsiteY5" fmla="*/ 633348 h 932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32559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285492" y="932559"/>
                </a:lnTo>
                <a:lnTo>
                  <a:pt x="170030" y="932559"/>
                </a:lnTo>
                <a:lnTo>
                  <a:pt x="0" y="633348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>
              <a:solidFill>
                <a:schemeClr val="accent6"/>
              </a:solidFill>
            </a:endParaRPr>
          </a:p>
        </p:txBody>
      </p:sp>
      <p:sp>
        <p:nvSpPr>
          <p:cNvPr id="14" name="Hexágono 27">
            <a:extLst>
              <a:ext uri="{FF2B5EF4-FFF2-40B4-BE49-F238E27FC236}">
                <a16:creationId xmlns:a16="http://schemas.microsoft.com/office/drawing/2014/main" id="{5275D449-7441-440B-8584-96D25256F24D}"/>
              </a:ext>
            </a:extLst>
          </p:cNvPr>
          <p:cNvSpPr/>
          <p:nvPr userDrawn="1"/>
        </p:nvSpPr>
        <p:spPr>
          <a:xfrm>
            <a:off x="2783996" y="524544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>
              <a:solidFill>
                <a:schemeClr val="accent6"/>
              </a:solidFill>
            </a:endParaRPr>
          </a:p>
        </p:txBody>
      </p:sp>
      <p:sp>
        <p:nvSpPr>
          <p:cNvPr id="15" name="Hexágono 28">
            <a:extLst>
              <a:ext uri="{FF2B5EF4-FFF2-40B4-BE49-F238E27FC236}">
                <a16:creationId xmlns:a16="http://schemas.microsoft.com/office/drawing/2014/main" id="{94CFCD79-F5CD-4175-96DE-1AC2E1999DB6}"/>
              </a:ext>
            </a:extLst>
          </p:cNvPr>
          <p:cNvSpPr/>
          <p:nvPr userDrawn="1"/>
        </p:nvSpPr>
        <p:spPr>
          <a:xfrm>
            <a:off x="2767144" y="388062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>
              <a:solidFill>
                <a:schemeClr val="accent6"/>
              </a:solidFill>
            </a:endParaRPr>
          </a:p>
        </p:txBody>
      </p:sp>
      <p:sp>
        <p:nvSpPr>
          <p:cNvPr id="43" name="Forma libre 42">
            <a:extLst>
              <a:ext uri="{FF2B5EF4-FFF2-40B4-BE49-F238E27FC236}">
                <a16:creationId xmlns:a16="http://schemas.microsoft.com/office/drawing/2014/main" id="{C8667104-E096-23C3-4C2C-5277C2AF5C57}"/>
              </a:ext>
            </a:extLst>
          </p:cNvPr>
          <p:cNvSpPr/>
          <p:nvPr userDrawn="1"/>
        </p:nvSpPr>
        <p:spPr>
          <a:xfrm>
            <a:off x="3702" y="448131"/>
            <a:ext cx="678871" cy="1266696"/>
          </a:xfrm>
          <a:custGeom>
            <a:avLst/>
            <a:gdLst>
              <a:gd name="connsiteX0" fmla="*/ 0 w 678871"/>
              <a:gd name="connsiteY0" fmla="*/ 0 h 1266696"/>
              <a:gd name="connsiteX1" fmla="*/ 318965 w 678871"/>
              <a:gd name="connsiteY1" fmla="*/ 0 h 1266696"/>
              <a:gd name="connsiteX2" fmla="*/ 678871 w 678871"/>
              <a:gd name="connsiteY2" fmla="*/ 633348 h 1266696"/>
              <a:gd name="connsiteX3" fmla="*/ 318965 w 678871"/>
              <a:gd name="connsiteY3" fmla="*/ 1266696 h 1266696"/>
              <a:gd name="connsiteX4" fmla="*/ 0 w 678871"/>
              <a:gd name="connsiteY4" fmla="*/ 1266696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8871" h="1266696">
                <a:moveTo>
                  <a:pt x="0" y="0"/>
                </a:moveTo>
                <a:lnTo>
                  <a:pt x="318965" y="0"/>
                </a:lnTo>
                <a:lnTo>
                  <a:pt x="678871" y="633348"/>
                </a:lnTo>
                <a:lnTo>
                  <a:pt x="318965" y="1266696"/>
                </a:lnTo>
                <a:lnTo>
                  <a:pt x="0" y="1266696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>
              <a:solidFill>
                <a:schemeClr val="accent6"/>
              </a:solidFill>
            </a:endParaRPr>
          </a:p>
        </p:txBody>
      </p:sp>
      <p:sp>
        <p:nvSpPr>
          <p:cNvPr id="18" name="Hexágono 31">
            <a:extLst>
              <a:ext uri="{FF2B5EF4-FFF2-40B4-BE49-F238E27FC236}">
                <a16:creationId xmlns:a16="http://schemas.microsoft.com/office/drawing/2014/main" id="{61BB4AB0-7C5C-4697-A25B-0AFD8754AB52}"/>
              </a:ext>
            </a:extLst>
          </p:cNvPr>
          <p:cNvSpPr/>
          <p:nvPr userDrawn="1"/>
        </p:nvSpPr>
        <p:spPr>
          <a:xfrm>
            <a:off x="1580353" y="318279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>
              <a:solidFill>
                <a:schemeClr val="accent6"/>
              </a:solidFill>
            </a:endParaRPr>
          </a:p>
        </p:txBody>
      </p:sp>
      <p:sp>
        <p:nvSpPr>
          <p:cNvPr id="46" name="Forma libre 45">
            <a:extLst>
              <a:ext uri="{FF2B5EF4-FFF2-40B4-BE49-F238E27FC236}">
                <a16:creationId xmlns:a16="http://schemas.microsoft.com/office/drawing/2014/main" id="{2363FF00-E570-D743-258E-E9FEF4F02A08}"/>
              </a:ext>
            </a:extLst>
          </p:cNvPr>
          <p:cNvSpPr/>
          <p:nvPr userDrawn="1"/>
        </p:nvSpPr>
        <p:spPr>
          <a:xfrm>
            <a:off x="6334981" y="5962237"/>
            <a:ext cx="1455521" cy="901561"/>
          </a:xfrm>
          <a:custGeom>
            <a:avLst/>
            <a:gdLst>
              <a:gd name="connsiteX0" fmla="*/ 359906 w 1455521"/>
              <a:gd name="connsiteY0" fmla="*/ 0 h 901561"/>
              <a:gd name="connsiteX1" fmla="*/ 1095615 w 1455521"/>
              <a:gd name="connsiteY1" fmla="*/ 0 h 901561"/>
              <a:gd name="connsiteX2" fmla="*/ 1455521 w 1455521"/>
              <a:gd name="connsiteY2" fmla="*/ 633348 h 901561"/>
              <a:gd name="connsiteX3" fmla="*/ 1303107 w 1455521"/>
              <a:gd name="connsiteY3" fmla="*/ 901561 h 901561"/>
              <a:gd name="connsiteX4" fmla="*/ 152415 w 1455521"/>
              <a:gd name="connsiteY4" fmla="*/ 901561 h 901561"/>
              <a:gd name="connsiteX5" fmla="*/ 0 w 1455521"/>
              <a:gd name="connsiteY5" fmla="*/ 633348 h 90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01561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303107" y="901561"/>
                </a:lnTo>
                <a:lnTo>
                  <a:pt x="152415" y="901561"/>
                </a:lnTo>
                <a:lnTo>
                  <a:pt x="0" y="633348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>
              <a:solidFill>
                <a:schemeClr val="accent6"/>
              </a:solidFill>
            </a:endParaRPr>
          </a:p>
        </p:txBody>
      </p:sp>
      <p:sp>
        <p:nvSpPr>
          <p:cNvPr id="28" name="Marcador de contenido 47">
            <a:extLst>
              <a:ext uri="{FF2B5EF4-FFF2-40B4-BE49-F238E27FC236}">
                <a16:creationId xmlns:a16="http://schemas.microsoft.com/office/drawing/2014/main" id="{073CD90F-1E45-47EC-B558-D5F638F5FE6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754948" y="2502098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 rtlCol="0">
            <a:noAutofit/>
          </a:bodyPr>
          <a:lstStyle>
            <a:lvl1pPr marL="0" indent="0" algn="l">
              <a:buFontTx/>
              <a:buNone/>
              <a:defRPr lang="es-ES" sz="1050">
                <a:solidFill>
                  <a:schemeClr val="accent6"/>
                </a:solidFill>
              </a:defRPr>
            </a:lvl1pPr>
          </a:lstStyle>
          <a:p>
            <a:pPr rtl="0"/>
            <a:r>
              <a:rPr lang="en-US"/>
              <a:t>Click icon to add picture</a:t>
            </a:r>
            <a:endParaRPr lang="es-ES" altLang="zh-CN" dirty="0"/>
          </a:p>
        </p:txBody>
      </p:sp>
      <p:sp>
        <p:nvSpPr>
          <p:cNvPr id="29" name="Marcador de contenido 47">
            <a:extLst>
              <a:ext uri="{FF2B5EF4-FFF2-40B4-BE49-F238E27FC236}">
                <a16:creationId xmlns:a16="http://schemas.microsoft.com/office/drawing/2014/main" id="{9A501203-35D0-41A5-A2A4-9F05FAB495C4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391110" y="2493385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rtlCol="0">
            <a:noAutofit/>
          </a:bodyPr>
          <a:lstStyle>
            <a:lvl1pPr marL="0" indent="0" algn="l">
              <a:buFontTx/>
              <a:buNone/>
              <a:defRPr lang="es-ES" sz="1050">
                <a:solidFill>
                  <a:schemeClr val="accent6"/>
                </a:solidFill>
              </a:defRPr>
            </a:lvl1pPr>
          </a:lstStyle>
          <a:p>
            <a:pPr rtl="0"/>
            <a:r>
              <a:rPr lang="en-US"/>
              <a:t>Click icon to add picture</a:t>
            </a:r>
            <a:endParaRPr lang="es-ES" altLang="zh-CN" dirty="0"/>
          </a:p>
        </p:txBody>
      </p:sp>
      <p:sp>
        <p:nvSpPr>
          <p:cNvPr id="30" name="Marcador de contenido 47">
            <a:extLst>
              <a:ext uri="{FF2B5EF4-FFF2-40B4-BE49-F238E27FC236}">
                <a16:creationId xmlns:a16="http://schemas.microsoft.com/office/drawing/2014/main" id="{1FA62038-8BB7-45FD-896E-34738A5578BD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5151412" y="5238680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 rtlCol="0">
            <a:noAutofit/>
          </a:bodyPr>
          <a:lstStyle>
            <a:lvl1pPr marL="0" indent="0" algn="l">
              <a:buFontTx/>
              <a:buNone/>
              <a:defRPr lang="es-ES" sz="1050">
                <a:solidFill>
                  <a:schemeClr val="accent6"/>
                </a:solidFill>
              </a:defRPr>
            </a:lvl1pPr>
          </a:lstStyle>
          <a:p>
            <a:pPr rtl="0"/>
            <a:r>
              <a:rPr lang="en-US"/>
              <a:t>Click icon to add picture</a:t>
            </a:r>
            <a:endParaRPr lang="es-ES" altLang="zh-CN" dirty="0"/>
          </a:p>
        </p:txBody>
      </p:sp>
      <p:sp>
        <p:nvSpPr>
          <p:cNvPr id="31" name="Marcador de contenido 47">
            <a:extLst>
              <a:ext uri="{FF2B5EF4-FFF2-40B4-BE49-F238E27FC236}">
                <a16:creationId xmlns:a16="http://schemas.microsoft.com/office/drawing/2014/main" id="{9A7E0EE6-5885-489B-81A9-65DBC0016938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3948599" y="3194928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 rtlCol="0">
            <a:noAutofit/>
          </a:bodyPr>
          <a:lstStyle>
            <a:lvl1pPr marL="0" indent="0" algn="l">
              <a:buFontTx/>
              <a:buNone/>
              <a:defRPr lang="es-ES" sz="1050">
                <a:solidFill>
                  <a:schemeClr val="accent6"/>
                </a:solidFill>
              </a:defRPr>
            </a:lvl1pPr>
          </a:lstStyle>
          <a:p>
            <a:pPr rtl="0"/>
            <a:r>
              <a:rPr lang="en-US"/>
              <a:t>Click icon to add picture</a:t>
            </a:r>
            <a:endParaRPr lang="es-ES" altLang="zh-CN" dirty="0"/>
          </a:p>
        </p:txBody>
      </p:sp>
      <p:sp>
        <p:nvSpPr>
          <p:cNvPr id="21" name="Marcador de contenido 47" descr="Haga clic en el icono para agregar una imagen">
            <a:extLst>
              <a:ext uri="{FF2B5EF4-FFF2-40B4-BE49-F238E27FC236}">
                <a16:creationId xmlns:a16="http://schemas.microsoft.com/office/drawing/2014/main" id="{B7E46D91-6194-E279-CAE3-425E21FD4A8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6000" y="3093990"/>
            <a:ext cx="3034145" cy="1879791"/>
          </a:xfrm>
          <a:prstGeom prst="rect">
            <a:avLst/>
          </a:prstGeom>
        </p:spPr>
        <p:txBody>
          <a:bodyPr rtlCol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lang="es-ES" sz="1800" b="0">
                <a:solidFill>
                  <a:schemeClr val="accent6"/>
                </a:solidFill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el estilo de título del patrón </a:t>
            </a:r>
          </a:p>
        </p:txBody>
      </p:sp>
      <p:sp>
        <p:nvSpPr>
          <p:cNvPr id="22" name="Título 1">
            <a:extLst>
              <a:ext uri="{FF2B5EF4-FFF2-40B4-BE49-F238E27FC236}">
                <a16:creationId xmlns:a16="http://schemas.microsoft.com/office/drawing/2014/main" id="{4722C9EB-D452-B3DF-5219-160F48DE7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1703538"/>
            <a:ext cx="5055698" cy="1325563"/>
          </a:xfrm>
        </p:spPr>
        <p:txBody>
          <a:bodyPr rtlCol="0" anchor="b">
            <a:noAutofit/>
          </a:bodyPr>
          <a:lstStyle>
            <a:lvl1pPr>
              <a:defRPr lang="es-ES">
                <a:solidFill>
                  <a:schemeClr val="accent6"/>
                </a:solidFill>
              </a:defRPr>
            </a:lvl1pPr>
          </a:lstStyle>
          <a:p>
            <a:pPr rtl="0"/>
            <a:r>
              <a:rPr lang="en-US"/>
              <a:t>Click to edit Master title style</a:t>
            </a:r>
            <a:endParaRPr lang="es-ES" dirty="0"/>
          </a:p>
        </p:txBody>
      </p:sp>
      <p:sp>
        <p:nvSpPr>
          <p:cNvPr id="40" name="Forma libre 39">
            <a:extLst>
              <a:ext uri="{FF2B5EF4-FFF2-40B4-BE49-F238E27FC236}">
                <a16:creationId xmlns:a16="http://schemas.microsoft.com/office/drawing/2014/main" id="{E3C8467A-0A34-2A65-92FE-F12F6A3D84A6}"/>
              </a:ext>
            </a:extLst>
          </p:cNvPr>
          <p:cNvSpPr/>
          <p:nvPr userDrawn="1"/>
        </p:nvSpPr>
        <p:spPr>
          <a:xfrm>
            <a:off x="-6538" y="1815084"/>
            <a:ext cx="697438" cy="1266696"/>
          </a:xfrm>
          <a:custGeom>
            <a:avLst/>
            <a:gdLst>
              <a:gd name="connsiteX0" fmla="*/ 0 w 732607"/>
              <a:gd name="connsiteY0" fmla="*/ 0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0" fmla="*/ 43961 w 732607"/>
              <a:gd name="connsiteY0" fmla="*/ 8793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5" fmla="*/ 43961 w 732607"/>
              <a:gd name="connsiteY5" fmla="*/ 8793 h 1266696"/>
              <a:gd name="connsiteX0" fmla="*/ 8792 w 697438"/>
              <a:gd name="connsiteY0" fmla="*/ 8793 h 1266696"/>
              <a:gd name="connsiteX1" fmla="*/ 337532 w 697438"/>
              <a:gd name="connsiteY1" fmla="*/ 0 h 1266696"/>
              <a:gd name="connsiteX2" fmla="*/ 697438 w 697438"/>
              <a:gd name="connsiteY2" fmla="*/ 633348 h 1266696"/>
              <a:gd name="connsiteX3" fmla="*/ 337532 w 697438"/>
              <a:gd name="connsiteY3" fmla="*/ 1266696 h 1266696"/>
              <a:gd name="connsiteX4" fmla="*/ 0 w 697438"/>
              <a:gd name="connsiteY4" fmla="*/ 1266696 h 1266696"/>
              <a:gd name="connsiteX5" fmla="*/ 8792 w 697438"/>
              <a:gd name="connsiteY5" fmla="*/ 8793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7438" h="1266696">
                <a:moveTo>
                  <a:pt x="8792" y="8793"/>
                </a:moveTo>
                <a:lnTo>
                  <a:pt x="337532" y="0"/>
                </a:lnTo>
                <a:lnTo>
                  <a:pt x="697438" y="633348"/>
                </a:lnTo>
                <a:lnTo>
                  <a:pt x="337532" y="1266696"/>
                </a:lnTo>
                <a:lnTo>
                  <a:pt x="0" y="1266696"/>
                </a:lnTo>
                <a:cubicBezTo>
                  <a:pt x="0" y="844464"/>
                  <a:pt x="8792" y="431025"/>
                  <a:pt x="8792" y="8793"/>
                </a:cubicBezTo>
                <a:close/>
              </a:path>
            </a:pathLst>
          </a:custGeom>
          <a:noFill/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7334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ción del contenido 47">
            <a:extLst>
              <a:ext uri="{FF2B5EF4-FFF2-40B4-BE49-F238E27FC236}">
                <a16:creationId xmlns:a16="http://schemas.microsoft.com/office/drawing/2014/main" id="{28B6388A-37D2-4382-A7FC-9B9A76BDE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4169" y="6217920"/>
            <a:ext cx="45859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s-ES" sz="1200">
                <a:solidFill>
                  <a:schemeClr val="accent6"/>
                </a:solidFill>
                <a:latin typeface="+mn-lt"/>
              </a:defRPr>
            </a:lvl1pPr>
          </a:lstStyle>
          <a:p>
            <a:pPr rtl="0"/>
            <a:fld id="{47FEACEE-25B4-4A2D-B147-27296E36371D}" type="slidenum">
              <a:rPr lang="es-ES" altLang="zh-CN" smtClean="0"/>
              <a:pPr rtl="0"/>
              <a:t>‹#›</a:t>
            </a:fld>
            <a:endParaRPr lang="es-ES" altLang="zh-CN" dirty="0"/>
          </a:p>
        </p:txBody>
      </p:sp>
      <p:sp>
        <p:nvSpPr>
          <p:cNvPr id="6" name="Marcador de texto 2">
            <a:extLst>
              <a:ext uri="{FF2B5EF4-FFF2-40B4-BE49-F238E27FC236}">
                <a16:creationId xmlns:a16="http://schemas.microsoft.com/office/drawing/2014/main" id="{18CB8A3D-9A54-FD7C-F6A5-B33E6C891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s-ES"/>
            </a:def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título 4">
            <a:extLst>
              <a:ext uri="{FF2B5EF4-FFF2-40B4-BE49-F238E27FC236}">
                <a16:creationId xmlns:a16="http://schemas.microsoft.com/office/drawing/2014/main" id="{F38A7675-78A2-B642-22AF-B98514C68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s-ES"/>
            </a:defPPr>
          </a:lstStyle>
          <a:p>
            <a:pPr rtl="0"/>
            <a:r>
              <a:rPr lang="es-ES" noProof="0" dirty="0"/>
              <a:t>Haga clic para modificar el estilo de título del patrón</a:t>
            </a:r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176125D-E69D-E2ED-1549-3D67DBD4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" y="621792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es-ES" sz="1200">
                <a:solidFill>
                  <a:schemeClr val="accent6"/>
                </a:solidFill>
                <a:latin typeface="+mn-lt"/>
              </a:defRPr>
            </a:lvl1pPr>
          </a:lstStyle>
          <a:p>
            <a:pPr rtl="0"/>
            <a:r>
              <a:rPr lang="es-ES"/>
              <a:t>Título de la presentación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20574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52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8" r:id="rId11"/>
    <p:sldLayoutId id="2147483661" r:id="rId12"/>
    <p:sldLayoutId id="2147483662" r:id="rId13"/>
    <p:sldLayoutId id="2147483663" r:id="rId14"/>
    <p:sldLayoutId id="2147483664" r:id="rId15"/>
    <p:sldLayoutId id="2147483665" r:id="rId1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s-ES" sz="4400" b="1" kern="1200">
          <a:solidFill>
            <a:schemeClr val="accent6"/>
          </a:solidFill>
          <a:latin typeface="Arial Black" panose="020B0A04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s-ES" sz="20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20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20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20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32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5640" userDrawn="1">
          <p15:clr>
            <a:srgbClr val="F26B43"/>
          </p15:clr>
        </p15:guide>
        <p15:guide id="4" pos="1656" userDrawn="1">
          <p15:clr>
            <a:srgbClr val="F26B43"/>
          </p15:clr>
        </p15:guide>
        <p15:guide id="5" pos="520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8.jpeg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93A3B864-5E85-99D2-93E5-5CA1F4F35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764" y="1986926"/>
            <a:ext cx="4405503" cy="2057441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sz="2800" dirty="0"/>
              <a:t>Estudio de Importaciones en Puertos de la Costa Este de los Estados Unidos</a:t>
            </a:r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485E0237-B9A1-0B58-E0AA-05EF84817EB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Isaac Medina</a:t>
            </a:r>
          </a:p>
          <a:p>
            <a:pPr rtl="0"/>
            <a:r>
              <a:rPr lang="es-ES" dirty="0"/>
              <a:t>8-861-1706</a:t>
            </a:r>
          </a:p>
        </p:txBody>
      </p:sp>
      <p:pic>
        <p:nvPicPr>
          <p:cNvPr id="30" name="Marcador de posición de imagen 29" descr="Personas en una oficina hablando sobre el trabajo con un portátil&#10;">
            <a:extLst>
              <a:ext uri="{FF2B5EF4-FFF2-40B4-BE49-F238E27FC236}">
                <a16:creationId xmlns:a16="http://schemas.microsoft.com/office/drawing/2014/main" id="{18C88B4D-F554-49C2-A23C-DFE94D4C835B}"/>
              </a:ext>
            </a:extLst>
          </p:cNvPr>
          <p:cNvPicPr>
            <a:picLocks noGrp="1" noChangeAspect="1"/>
          </p:cNvPicPr>
          <p:nvPr>
            <p:ph type="pic" sz="quarter" idx="47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875" r="1875"/>
          <a:stretch/>
        </p:blipFill>
        <p:spPr>
          <a:xfrm>
            <a:off x="6742557" y="821836"/>
            <a:ext cx="4405503" cy="5066346"/>
          </a:xfrm>
        </p:spPr>
      </p:pic>
      <p:sp>
        <p:nvSpPr>
          <p:cNvPr id="10" name="Forma libre: Forma 11">
            <a:extLst>
              <a:ext uri="{FF2B5EF4-FFF2-40B4-BE49-F238E27FC236}">
                <a16:creationId xmlns:a16="http://schemas.microsoft.com/office/drawing/2014/main" id="{01A79B69-242C-3AEB-4A42-7A606A54C6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857505" y="838985"/>
            <a:ext cx="1637958" cy="187385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tx2"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s-ES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/>
            </a:pPr>
            <a:endParaRPr kumimoji="0" lang="es-E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14" name="Forma libre: Forma 11">
            <a:extLst>
              <a:ext uri="{FF2B5EF4-FFF2-40B4-BE49-F238E27FC236}">
                <a16:creationId xmlns:a16="http://schemas.microsoft.com/office/drawing/2014/main" id="{E5D4DE6D-89C8-6FFF-287D-3F3BAD416C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74436" y="3694919"/>
            <a:ext cx="1637958" cy="187385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  <a:alpha val="50196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es-ES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/>
            </a:pPr>
            <a:endParaRPr kumimoji="0" lang="es-E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8447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ítulo 18">
            <a:extLst>
              <a:ext uri="{FF2B5EF4-FFF2-40B4-BE49-F238E27FC236}">
                <a16:creationId xmlns:a16="http://schemas.microsoft.com/office/drawing/2014/main" id="{5DF64211-DCD8-B458-DBD2-EBDA7AE33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Agenda</a:t>
            </a:r>
            <a:endParaRPr lang="es-ES" dirty="0"/>
          </a:p>
        </p:txBody>
      </p:sp>
      <p:sp>
        <p:nvSpPr>
          <p:cNvPr id="16" name="Marcador de texto 15">
            <a:extLst>
              <a:ext uri="{FF2B5EF4-FFF2-40B4-BE49-F238E27FC236}">
                <a16:creationId xmlns:a16="http://schemas.microsoft.com/office/drawing/2014/main" id="{8FEA3BB9-F064-CFBE-C0BE-BB7A22A4DCF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Introducción</a:t>
            </a:r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78024C77-A2F8-1ABA-5412-E6BB88B5FA1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Motivación</a:t>
            </a:r>
          </a:p>
        </p:txBody>
      </p:sp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241202DB-E499-EB19-8A48-A3301DA59ED7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Datos</a:t>
            </a:r>
          </a:p>
        </p:txBody>
      </p:sp>
      <p:sp>
        <p:nvSpPr>
          <p:cNvPr id="22" name="Marcador de texto 21">
            <a:extLst>
              <a:ext uri="{FF2B5EF4-FFF2-40B4-BE49-F238E27FC236}">
                <a16:creationId xmlns:a16="http://schemas.microsoft.com/office/drawing/2014/main" id="{D5402852-C1AD-6A4E-DAA7-0AE582A742FD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Conclusiones</a:t>
            </a:r>
          </a:p>
        </p:txBody>
      </p:sp>
      <p:sp>
        <p:nvSpPr>
          <p:cNvPr id="24" name="Marcador de texto 23">
            <a:extLst>
              <a:ext uri="{FF2B5EF4-FFF2-40B4-BE49-F238E27FC236}">
                <a16:creationId xmlns:a16="http://schemas.microsoft.com/office/drawing/2014/main" id="{ABF1D337-2A3C-A0FB-A6CD-5E4B9D6DFD9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367234" y="4637814"/>
            <a:ext cx="1913128" cy="1075689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Lecciones</a:t>
            </a:r>
          </a:p>
        </p:txBody>
      </p:sp>
      <p:sp>
        <p:nvSpPr>
          <p:cNvPr id="21" name="Marcador de pie de página 19">
            <a:extLst>
              <a:ext uri="{FF2B5EF4-FFF2-40B4-BE49-F238E27FC236}">
                <a16:creationId xmlns:a16="http://schemas.microsoft.com/office/drawing/2014/main" id="{A6E539FA-B60E-5585-524F-1BFA8C5B3E2F}"/>
              </a:ext>
            </a:extLst>
          </p:cNvPr>
          <p:cNvSpPr txBox="1">
            <a:spLocks/>
          </p:cNvSpPr>
          <p:nvPr/>
        </p:nvSpPr>
        <p:spPr>
          <a:xfrm>
            <a:off x="486699" y="6085719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s-ES"/>
            </a:defPPr>
            <a:lvl1pPr marL="0" algn="l" defTabSz="914400" rtl="0" eaLnBrk="1" latinLnBrk="0" hangingPunct="1">
              <a:defRPr lang="es-ES" sz="1200" b="0" i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/>
            </a:pPr>
            <a:r>
              <a:rPr lang="es-ES" sz="1200" u="none" strike="noStrike" kern="1200" cap="none" spc="0" normalizeH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Título de la presentación</a:t>
            </a:r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36D0CF6-7418-9349-F7A8-045EA96B2D03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Título de la presentación</a:t>
            </a:r>
            <a:endParaRPr lang="es-ES" dirty="0"/>
          </a:p>
        </p:txBody>
      </p:sp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CBE681AB-301C-4DC8-7FBD-FAA2CC6606AE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47FEACEE-25B4-4A2D-B147-27296E36371D}" type="slidenum">
              <a:rPr lang="es-ES" altLang="zh-CN" smtClean="0"/>
              <a:pPr/>
              <a:t>2</a:t>
            </a:fld>
            <a:endParaRPr lang="es-ES" altLang="zh-CN" dirty="0"/>
          </a:p>
        </p:txBody>
      </p:sp>
    </p:spTree>
    <p:extLst>
      <p:ext uri="{BB962C8B-B14F-4D97-AF65-F5344CB8AC3E}">
        <p14:creationId xmlns:p14="http://schemas.microsoft.com/office/powerpoint/2010/main" val="27755351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81D18537-D028-9E9C-FB87-93F24955D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977571"/>
            <a:ext cx="5117162" cy="1325563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Introducción</a:t>
            </a:r>
          </a:p>
        </p:txBody>
      </p:sp>
      <p:sp>
        <p:nvSpPr>
          <p:cNvPr id="20" name="Marcador de texto 19">
            <a:extLst>
              <a:ext uri="{FF2B5EF4-FFF2-40B4-BE49-F238E27FC236}">
                <a16:creationId xmlns:a16="http://schemas.microsoft.com/office/drawing/2014/main" id="{CC0093B1-77CC-1E61-FB22-E136F94EABD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09574" y="2047568"/>
            <a:ext cx="4260180" cy="1843112"/>
          </a:xfrm>
        </p:spPr>
        <p:txBody>
          <a:bodyPr rtlCol="0"/>
          <a:lstStyle>
            <a:defPPr>
              <a:defRPr lang="es-ES"/>
            </a:defPPr>
          </a:lstStyle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s-MX" dirty="0"/>
              <a:t>Este proyecto se enfoca en el análisis del comportamiento histórico de las importaciones en toneladas métricas registradas en puertos de Estados Unidos entre los años 2000 y 2017, utilizando un conjunto de datos obtenido de la plataforma </a:t>
            </a:r>
            <a:r>
              <a:rPr lang="es-MX" dirty="0" err="1"/>
              <a:t>Kaggle</a:t>
            </a:r>
            <a:r>
              <a:rPr lang="es-MX" dirty="0"/>
              <a:t>.</a:t>
            </a:r>
            <a:endParaRPr lang="es-ES" dirty="0"/>
          </a:p>
          <a:p>
            <a:pPr rtl="0"/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A01EC1F-42C9-66C4-9D49-F6AF79D5BE91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Título de la presentación</a:t>
            </a:r>
            <a:endParaRPr lang="es-ES" dirty="0"/>
          </a:p>
        </p:txBody>
      </p:sp>
      <p:pic>
        <p:nvPicPr>
          <p:cNvPr id="12" name="Marcador de posición de imagen 11" descr="Personas alrededor de una mesa con sus portátiles">
            <a:extLst>
              <a:ext uri="{FF2B5EF4-FFF2-40B4-BE49-F238E27FC236}">
                <a16:creationId xmlns:a16="http://schemas.microsoft.com/office/drawing/2014/main" id="{8C4B5C6A-45B4-1976-622A-4CEB4E3211BC}"/>
              </a:ext>
            </a:extLst>
          </p:cNvPr>
          <p:cNvPicPr>
            <a:picLocks noGrp="1" noChangeAspect="1"/>
          </p:cNvPicPr>
          <p:nvPr>
            <p:ph type="pic" sz="quarter" idx="5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sp>
        <p:nvSpPr>
          <p:cNvPr id="6" name="Forma libre: Forma 5">
            <a:extLst>
              <a:ext uri="{FF2B5EF4-FFF2-40B4-BE49-F238E27FC236}">
                <a16:creationId xmlns:a16="http://schemas.microsoft.com/office/drawing/2014/main" id="{D91FB993-29E1-3DBD-8335-7970016F8D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84821" y="311581"/>
            <a:ext cx="1896941" cy="217161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rgbClr val="C95B3A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s-ES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/>
            </a:pPr>
            <a:endParaRPr kumimoji="0" lang="es-ES" sz="1800" b="0" i="0" u="none" strike="noStrike" kern="0" cap="none" spc="0" normalizeH="0" baseline="0" noProof="0" dirty="0">
              <a:ln>
                <a:noFill/>
              </a:ln>
              <a:solidFill>
                <a:srgbClr val="F7D952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D6767F8-4670-E83D-85F4-1446B8B9D466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47FEACEE-25B4-4A2D-B147-27296E36371D}" type="slidenum">
              <a:rPr lang="es-ES" altLang="zh-CN" smtClean="0"/>
              <a:pPr/>
              <a:t>3</a:t>
            </a:fld>
            <a:endParaRPr lang="es-ES" altLang="zh-C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C0FFF5-C0F1-8A21-FC11-33CCECB870E8}"/>
              </a:ext>
            </a:extLst>
          </p:cNvPr>
          <p:cNvSpPr txBox="1"/>
          <p:nvPr/>
        </p:nvSpPr>
        <p:spPr>
          <a:xfrm>
            <a:off x="509574" y="4098594"/>
            <a:ext cx="4114800" cy="664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PA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El objetivo principal es identificar patrones </a:t>
            </a:r>
            <a:r>
              <a:rPr lang="es-MX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y realizar proyecciones</a:t>
            </a:r>
            <a:endParaRPr lang="es-PA" dirty="0"/>
          </a:p>
        </p:txBody>
      </p:sp>
    </p:spTree>
    <p:extLst>
      <p:ext uri="{BB962C8B-B14F-4D97-AF65-F5344CB8AC3E}">
        <p14:creationId xmlns:p14="http://schemas.microsoft.com/office/powerpoint/2010/main" val="77554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44CBC-697D-0410-14DB-E1CD58725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49D88325-7810-CEAE-415F-2CA6D0AF8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0279" y="568799"/>
            <a:ext cx="4518122" cy="600301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Motivación: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85111F9-0675-C5D7-7F0E-4830489376ED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noProof="0"/>
              <a:t>Título de la presentación</a:t>
            </a:r>
            <a:endParaRPr lang="es-ES" noProof="0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4E5D756-3921-1479-2131-6D068B5C737D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47FEACEE-25B4-4A2D-B147-27296E36371D}" type="slidenum">
              <a:rPr lang="es-ES" altLang="zh-CN" noProof="0" smtClean="0"/>
              <a:pPr rtl="0"/>
              <a:t>4</a:t>
            </a:fld>
            <a:endParaRPr lang="es-ES" altLang="zh-CN" noProof="0" dirty="0"/>
          </a:p>
        </p:txBody>
      </p:sp>
      <p:sp>
        <p:nvSpPr>
          <p:cNvPr id="7" name="Marcador de texto 19">
            <a:extLst>
              <a:ext uri="{FF2B5EF4-FFF2-40B4-BE49-F238E27FC236}">
                <a16:creationId xmlns:a16="http://schemas.microsoft.com/office/drawing/2014/main" id="{A7995453-103C-F3CC-4AD5-7734531A4275}"/>
              </a:ext>
            </a:extLst>
          </p:cNvPr>
          <p:cNvSpPr txBox="1">
            <a:spLocks/>
          </p:cNvSpPr>
          <p:nvPr/>
        </p:nvSpPr>
        <p:spPr>
          <a:xfrm>
            <a:off x="5556868" y="1576232"/>
            <a:ext cx="4940826" cy="2923579"/>
          </a:xfrm>
          <a:prstGeom prst="rect">
            <a:avLst/>
          </a:prstGeom>
        </p:spPr>
        <p:txBody>
          <a:bodyPr rtlCol="0"/>
          <a:lstStyle>
            <a:defPPr>
              <a:defRPr lang="es-ES"/>
            </a:defPPr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s-ES"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Este estudio cobra particular relevancia desde la perspectiva del Canal de Panamá, entidad clave en la cadena logística mundial y directamente conectada con los principales puertos de Estados Unidos y China.</a:t>
            </a:r>
            <a:endParaRPr lang="es-MX" sz="2800" dirty="0"/>
          </a:p>
        </p:txBody>
      </p:sp>
    </p:spTree>
    <p:extLst>
      <p:ext uri="{BB962C8B-B14F-4D97-AF65-F5344CB8AC3E}">
        <p14:creationId xmlns:p14="http://schemas.microsoft.com/office/powerpoint/2010/main" val="12836897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F972F2-68D9-8D4F-7564-3D94FA73E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84B9F123-B527-6D89-FC83-302342941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0279" y="568799"/>
            <a:ext cx="4518122" cy="600301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Problema: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38C24D7-D02A-5F8A-968A-9322C1343602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noProof="0"/>
              <a:t>Título de la presentación</a:t>
            </a:r>
            <a:endParaRPr lang="es-ES" noProof="0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ED5924C-2087-0B4C-C0AE-E380A9A581BA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47FEACEE-25B4-4A2D-B147-27296E36371D}" type="slidenum">
              <a:rPr lang="es-ES" altLang="zh-CN" noProof="0" smtClean="0"/>
              <a:pPr rtl="0"/>
              <a:t>5</a:t>
            </a:fld>
            <a:endParaRPr lang="es-ES" altLang="zh-CN" noProof="0" dirty="0"/>
          </a:p>
        </p:txBody>
      </p:sp>
      <p:sp>
        <p:nvSpPr>
          <p:cNvPr id="7" name="Marcador de texto 19">
            <a:extLst>
              <a:ext uri="{FF2B5EF4-FFF2-40B4-BE49-F238E27FC236}">
                <a16:creationId xmlns:a16="http://schemas.microsoft.com/office/drawing/2014/main" id="{1BD0CC90-0922-3787-3C2E-58909572D38F}"/>
              </a:ext>
            </a:extLst>
          </p:cNvPr>
          <p:cNvSpPr txBox="1">
            <a:spLocks/>
          </p:cNvSpPr>
          <p:nvPr/>
        </p:nvSpPr>
        <p:spPr>
          <a:xfrm>
            <a:off x="5556867" y="1576231"/>
            <a:ext cx="5637301" cy="4156815"/>
          </a:xfrm>
          <a:prstGeom prst="rect">
            <a:avLst/>
          </a:prstGeom>
        </p:spPr>
        <p:txBody>
          <a:bodyPr rtlCol="0"/>
          <a:lstStyle>
            <a:defPPr>
              <a:defRPr lang="es-ES"/>
            </a:defPPr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s-ES"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Este proyecto busca analizar el comportamiento histórico de las importaciones en toneladas métricas desde el año </a:t>
            </a:r>
            <a:r>
              <a:rPr lang="es-MX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2000</a:t>
            </a:r>
            <a:r>
              <a:rPr lang="es-MX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al </a:t>
            </a:r>
            <a:r>
              <a:rPr lang="es-MX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2017</a:t>
            </a:r>
            <a:r>
              <a:rPr lang="es-MX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en los principales puertos de Estados Unidos como </a:t>
            </a:r>
            <a:r>
              <a:rPr lang="es-MX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Nueva York</a:t>
            </a:r>
            <a:r>
              <a:rPr lang="es-MX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s-MX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Savannah</a:t>
            </a:r>
            <a:r>
              <a:rPr lang="es-MX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y </a:t>
            </a:r>
            <a:r>
              <a:rPr lang="es-MX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Miami</a:t>
            </a:r>
            <a:r>
              <a:rPr lang="es-MX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ya que como mencioné anteriormente forman parte de una de las principales rutas comerciales que transitan por el Canal De Panamá. </a:t>
            </a:r>
            <a:endParaRPr lang="es-MX" sz="2800" dirty="0"/>
          </a:p>
        </p:txBody>
      </p:sp>
    </p:spTree>
    <p:extLst>
      <p:ext uri="{BB962C8B-B14F-4D97-AF65-F5344CB8AC3E}">
        <p14:creationId xmlns:p14="http://schemas.microsoft.com/office/powerpoint/2010/main" val="39507213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9A2AA-C586-DF88-B502-8CC754773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9079" y="1856195"/>
            <a:ext cx="4969974" cy="2120242"/>
          </a:xfrm>
        </p:spPr>
        <p:txBody>
          <a:bodyPr/>
          <a:lstStyle/>
          <a:p>
            <a:r>
              <a:rPr lang="es-MX" sz="3200" dirty="0"/>
              <a:t>¿Cómo fue su experiencia buscando y seleccionando la data?</a:t>
            </a:r>
            <a:endParaRPr lang="es-PA" sz="32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C6F1E2-53EF-B5CD-800C-4B759647BEEC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/>
          <a:lstStyle/>
          <a:p>
            <a:pPr rtl="0"/>
            <a:r>
              <a:rPr lang="es-ES" noProof="0"/>
              <a:t>Título de la presentación</a:t>
            </a:r>
            <a:endParaRPr lang="es-E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B424EF-1A31-66B3-5A3E-F4188811EF6E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/>
          <a:lstStyle/>
          <a:p>
            <a:pPr rtl="0"/>
            <a:fld id="{47FEACEE-25B4-4A2D-B147-27296E36371D}" type="slidenum">
              <a:rPr lang="es-ES" altLang="zh-CN" noProof="0" smtClean="0"/>
              <a:pPr rtl="0"/>
              <a:t>6</a:t>
            </a:fld>
            <a:endParaRPr lang="es-E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9481946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ítulo 45">
            <a:extLst>
              <a:ext uri="{FF2B5EF4-FFF2-40B4-BE49-F238E27FC236}">
                <a16:creationId xmlns:a16="http://schemas.microsoft.com/office/drawing/2014/main" id="{4D761329-3BEF-0173-1328-A4DB26572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22083" y="38090"/>
            <a:ext cx="3207919" cy="2482372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sz="3200" dirty="0"/>
              <a:t>Datos estadísticos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6BF2F5F-CDE6-D753-B67D-DB986715CB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709" y="1487895"/>
            <a:ext cx="8026915" cy="472641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2863C7F-052A-B1B6-7E5E-F7DB6F21362E}"/>
              </a:ext>
            </a:extLst>
          </p:cNvPr>
          <p:cNvSpPr txBox="1"/>
          <p:nvPr/>
        </p:nvSpPr>
        <p:spPr>
          <a:xfrm>
            <a:off x="510627" y="1174902"/>
            <a:ext cx="54891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A" sz="1100" dirty="0">
                <a:solidFill>
                  <a:schemeClr val="accent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https://pancanal.com/estadisticas/</a:t>
            </a:r>
            <a:endParaRPr lang="es-PA" sz="1100" dirty="0">
              <a:solidFill>
                <a:schemeClr val="accent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8B2811-5E8B-4046-217B-59905F3B7510}"/>
              </a:ext>
            </a:extLst>
          </p:cNvPr>
          <p:cNvSpPr txBox="1"/>
          <p:nvPr/>
        </p:nvSpPr>
        <p:spPr>
          <a:xfrm>
            <a:off x="8822083" y="1951672"/>
            <a:ext cx="351472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A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Notamos que la costa este de Estados Unidos con </a:t>
            </a:r>
            <a:r>
              <a:rPr lang="es-PA" sz="1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50,064</a:t>
            </a:r>
            <a:r>
              <a:rPr lang="es-PA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mil supera más de 3 veces la siguiente ruta comercial Europa con </a:t>
            </a:r>
            <a:r>
              <a:rPr lang="es-PA" sz="1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13,960</a:t>
            </a:r>
            <a:r>
              <a:rPr lang="es-PA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mil.</a:t>
            </a:r>
            <a:endParaRPr lang="es-PA" dirty="0"/>
          </a:p>
        </p:txBody>
      </p:sp>
    </p:spTree>
    <p:extLst>
      <p:ext uri="{BB962C8B-B14F-4D97-AF65-F5344CB8AC3E}">
        <p14:creationId xmlns:p14="http://schemas.microsoft.com/office/powerpoint/2010/main" val="24780796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4C6EC6F6-F346-241D-C2AD-CEA21AF2E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Puertos de la Costa Este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FD23934-4A07-2183-483D-999C4EEC4F76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Título de la presentación</a:t>
            </a:r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FE20B9D-3E1B-ACAC-E328-901AE7E6D939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47FEACEE-25B4-4A2D-B147-27296E36371D}" type="slidenum">
              <a:rPr lang="es-ES" altLang="zh-CN" smtClean="0"/>
              <a:pPr rtl="0"/>
              <a:t>8</a:t>
            </a:fld>
            <a:endParaRPr lang="es-ES" altLang="zh-CN" dirty="0"/>
          </a:p>
        </p:txBody>
      </p:sp>
      <p:pic>
        <p:nvPicPr>
          <p:cNvPr id="6" name="Picture 5" descr="A graph of blue squares&#10;&#10;AI-generated content may be incorrect.">
            <a:extLst>
              <a:ext uri="{FF2B5EF4-FFF2-40B4-BE49-F238E27FC236}">
                <a16:creationId xmlns:a16="http://schemas.microsoft.com/office/drawing/2014/main" id="{DD21C0F2-29C7-BB42-4452-B2783F6D67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155" y="1622509"/>
            <a:ext cx="8406197" cy="4607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2881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6BF47-E48F-1A96-699E-9CC547B5A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5A34E-C301-BDDE-A0DD-859F14A5E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767337"/>
            <a:ext cx="4969974" cy="2120242"/>
          </a:xfrm>
        </p:spPr>
        <p:txBody>
          <a:bodyPr/>
          <a:lstStyle/>
          <a:p>
            <a:r>
              <a:rPr lang="es-MX" sz="3200" dirty="0"/>
              <a:t>¿Qué lecciones aprendió al hacer el análisis descriptivo?</a:t>
            </a:r>
            <a:endParaRPr lang="es-PA" sz="32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653636-603F-28AD-126E-519F0B8E5AC7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/>
          <a:lstStyle/>
          <a:p>
            <a:pPr rtl="0"/>
            <a:r>
              <a:rPr lang="es-ES" noProof="0"/>
              <a:t>Título de la presentación</a:t>
            </a:r>
            <a:endParaRPr lang="es-E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54755B-0EE7-2C34-8641-13FC0FB954BC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/>
          <a:lstStyle/>
          <a:p>
            <a:pPr rtl="0"/>
            <a:fld id="{47FEACEE-25B4-4A2D-B147-27296E36371D}" type="slidenum">
              <a:rPr lang="es-ES" altLang="zh-CN" noProof="0" smtClean="0"/>
              <a:pPr rtl="0"/>
              <a:t>9</a:t>
            </a:fld>
            <a:endParaRPr lang="es-ES" altLang="zh-CN" noProof="0" dirty="0"/>
          </a:p>
        </p:txBody>
      </p:sp>
      <p:sp>
        <p:nvSpPr>
          <p:cNvPr id="8" name="Título 2">
            <a:extLst>
              <a:ext uri="{FF2B5EF4-FFF2-40B4-BE49-F238E27FC236}">
                <a16:creationId xmlns:a16="http://schemas.microsoft.com/office/drawing/2014/main" id="{DC659418-0B0B-43CC-F278-B9AAA698BCEE}"/>
              </a:ext>
            </a:extLst>
          </p:cNvPr>
          <p:cNvSpPr txBox="1">
            <a:spLocks/>
          </p:cNvSpPr>
          <p:nvPr/>
        </p:nvSpPr>
        <p:spPr>
          <a:xfrm>
            <a:off x="3820026" y="4099437"/>
            <a:ext cx="8980968" cy="199122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defPPr>
              <a:defRPr lang="es-ES"/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2700" b="1" kern="1200">
                <a:solidFill>
                  <a:schemeClr val="accent6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s-MX" sz="3200"/>
              <a:t>¿Qué pasos realizó para hacer el análisis de los datos tanto descriptivo como predictivo? </a:t>
            </a:r>
            <a:br>
              <a:rPr lang="es-MX" sz="3200"/>
            </a:br>
            <a:endParaRPr lang="es-MX" sz="3200" dirty="0"/>
          </a:p>
        </p:txBody>
      </p:sp>
    </p:spTree>
    <p:extLst>
      <p:ext uri="{BB962C8B-B14F-4D97-AF65-F5344CB8AC3E}">
        <p14:creationId xmlns:p14="http://schemas.microsoft.com/office/powerpoint/2010/main" val="5483197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EA25C86-7BE3-4BC6-C0B8-7F7D7C3EC286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47FEACEE-25B4-4A2D-B147-27296E36371D}" type="slidenum">
              <a:rPr lang="es-ES" altLang="zh-CN" smtClean="0"/>
              <a:pPr rtl="0"/>
              <a:t>10</a:t>
            </a:fld>
            <a:endParaRPr lang="es-ES" altLang="zh-C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D25DC0E-B6BA-518F-2EE8-F88B0E7FB7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576" y="206970"/>
            <a:ext cx="11900848" cy="176040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5D5CD4E-FF87-46D5-8EBA-75738BCE53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576" y="2359447"/>
            <a:ext cx="8583166" cy="4291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0212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82D53-0323-EC95-6D78-A6B0325A5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8ADD7-96F0-B8F2-B6A1-993D988D5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1888" y="1358649"/>
            <a:ext cx="4969974" cy="2120242"/>
          </a:xfrm>
        </p:spPr>
        <p:txBody>
          <a:bodyPr/>
          <a:lstStyle/>
          <a:p>
            <a:r>
              <a:rPr lang="es-MX" sz="4000" dirty="0"/>
              <a:t>¿Qué descubrió de la investigación?</a:t>
            </a:r>
            <a:endParaRPr lang="es-PA" sz="4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12CB42-CE7E-A859-E4BA-68C535D78FB6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/>
          <a:lstStyle/>
          <a:p>
            <a:pPr rtl="0"/>
            <a:r>
              <a:rPr lang="es-ES" noProof="0"/>
              <a:t>Título de la presentación</a:t>
            </a:r>
            <a:endParaRPr lang="es-E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08BEDE-5531-82F2-7E4F-50F41D63AAB3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/>
          <a:lstStyle/>
          <a:p>
            <a:pPr rtl="0"/>
            <a:fld id="{47FEACEE-25B4-4A2D-B147-27296E36371D}" type="slidenum">
              <a:rPr lang="es-ES" altLang="zh-CN" noProof="0" smtClean="0"/>
              <a:pPr rtl="0"/>
              <a:t>11</a:t>
            </a:fld>
            <a:endParaRPr lang="es-E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5734782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>
            <a:extLst>
              <a:ext uri="{FF2B5EF4-FFF2-40B4-BE49-F238E27FC236}">
                <a16:creationId xmlns:a16="http://schemas.microsoft.com/office/drawing/2014/main" id="{721E73BA-53B9-C0C1-476A-00736A64A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MX" sz="2400" dirty="0"/>
              <a:t>¿Si fuese a hacer este estudio de nuevo ¿qué haría mejor?</a:t>
            </a:r>
            <a:endParaRPr lang="es-ES" sz="2400" dirty="0"/>
          </a:p>
        </p:txBody>
      </p:sp>
      <p:pic>
        <p:nvPicPr>
          <p:cNvPr id="192" name="Marcador de posición de imagen 191" descr="Ábaco con relleno sólido">
            <a:extLst>
              <a:ext uri="{FF2B5EF4-FFF2-40B4-BE49-F238E27FC236}">
                <a16:creationId xmlns:a16="http://schemas.microsoft.com/office/drawing/2014/main" id="{03D5E3D1-D423-EF5A-EE43-00CF1BD7FF63}"/>
              </a:ext>
            </a:extLst>
          </p:cNvPr>
          <p:cNvPicPr>
            <a:picLocks noGrp="1" noChangeAspect="1"/>
          </p:cNvPicPr>
          <p:nvPr>
            <p:ph type="pic" sz="quarter" idx="36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5182" r="5182"/>
          <a:stretch>
            <a:fillRect/>
          </a:stretch>
        </p:blipFill>
        <p:spPr/>
      </p:pic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FA96FE97-5E27-FC36-5E3A-511A31E6C78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Retorno sobre la inversión (ROI)</a:t>
            </a:r>
          </a:p>
        </p:txBody>
      </p:sp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4CE5DE1C-24E7-3841-9376-89E91B4A476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Previsión de conocimientos basados en los medios de comunicación y las estrategias de crecimiento en diversos medios</a:t>
            </a:r>
          </a:p>
          <a:p>
            <a:pPr rtl="0"/>
            <a:r>
              <a:rPr lang="es-ES" dirty="0"/>
              <a:t>Visualización del capital intelectual de calidad</a:t>
            </a:r>
          </a:p>
          <a:p>
            <a:pPr rtl="0"/>
            <a:r>
              <a:rPr lang="es-ES" dirty="0"/>
              <a:t>Incorporación de metodologías internacionales con tecnologías habilitadas para Web</a:t>
            </a:r>
          </a:p>
          <a:p>
            <a:pPr rtl="0"/>
            <a:endParaRPr lang="es-ES" dirty="0"/>
          </a:p>
        </p:txBody>
      </p:sp>
      <p:pic>
        <p:nvPicPr>
          <p:cNvPr id="194" name="Marcador de posición de imagen 193" descr="Gráfico de barras con tendencia ascendente con relleno sólido">
            <a:extLst>
              <a:ext uri="{FF2B5EF4-FFF2-40B4-BE49-F238E27FC236}">
                <a16:creationId xmlns:a16="http://schemas.microsoft.com/office/drawing/2014/main" id="{FAB9DE8A-4935-A3E0-0122-F76CDEAC29D1}"/>
              </a:ext>
            </a:extLst>
          </p:cNvPr>
          <p:cNvPicPr>
            <a:picLocks noGrp="1" noChangeAspect="1"/>
          </p:cNvPicPr>
          <p:nvPr>
            <p:ph type="pic" sz="quarter" idx="37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2661" r="2661"/>
          <a:stretch>
            <a:fillRect/>
          </a:stretch>
        </p:blipFill>
        <p:spPr/>
      </p:pic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DC774673-50D8-2D6F-C339-6E4B0A126B0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Nichos de mercado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DEB5763E-8BC0-F6C3-3814-6649A828C000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Búsqueda de un servicio de atención al cliente escalable a través de estrategias sostenibles</a:t>
            </a:r>
          </a:p>
          <a:p>
            <a:pPr rtl="0"/>
            <a:r>
              <a:rPr lang="es-ES"/>
              <a:t>Incorporación de servicios web de primera con entregas punteras</a:t>
            </a:r>
          </a:p>
          <a:p>
            <a:pPr rtl="0"/>
            <a:endParaRPr lang="es-ES" dirty="0"/>
          </a:p>
        </p:txBody>
      </p:sp>
      <p:pic>
        <p:nvPicPr>
          <p:cNvPr id="196" name="Marcador de posición de imagen 195" descr="Vínculo con relleno sólido">
            <a:extLst>
              <a:ext uri="{FF2B5EF4-FFF2-40B4-BE49-F238E27FC236}">
                <a16:creationId xmlns:a16="http://schemas.microsoft.com/office/drawing/2014/main" id="{B21D7164-3991-2960-0F80-CB302359CD8D}"/>
              </a:ext>
            </a:extLst>
          </p:cNvPr>
          <p:cNvPicPr>
            <a:picLocks noGrp="1" noChangeAspect="1"/>
          </p:cNvPicPr>
          <p:nvPr>
            <p:ph type="pic" sz="quarter" idx="38"/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 l="2528" r="2528"/>
          <a:stretch>
            <a:fillRect/>
          </a:stretch>
        </p:blipFill>
        <p:spPr/>
      </p:pic>
      <p:sp>
        <p:nvSpPr>
          <p:cNvPr id="12" name="Marcador de texto 11">
            <a:extLst>
              <a:ext uri="{FF2B5EF4-FFF2-40B4-BE49-F238E27FC236}">
                <a16:creationId xmlns:a16="http://schemas.microsoft.com/office/drawing/2014/main" id="{D3E02E0C-26E8-8160-D35F-2398015C05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Cadenas de suministro</a:t>
            </a:r>
          </a:p>
        </p:txBody>
      </p:sp>
      <p:sp>
        <p:nvSpPr>
          <p:cNvPr id="14" name="Marcador de texto 13">
            <a:extLst>
              <a:ext uri="{FF2B5EF4-FFF2-40B4-BE49-F238E27FC236}">
                <a16:creationId xmlns:a16="http://schemas.microsoft.com/office/drawing/2014/main" id="{C78180D0-1AB6-8416-0EB1-10648E1A605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Fomento de un servicio de atención al cliente cercano con ideas sólidas</a:t>
            </a:r>
          </a:p>
          <a:p>
            <a:pPr rtl="0"/>
            <a:r>
              <a:rPr lang="es-ES"/>
              <a:t>Aumento de las entregas oportunas para esquemas en tiempo real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D96C503-BABC-632E-06CA-12C8474920EB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47FEACEE-25B4-4A2D-B147-27296E36371D}" type="slidenum">
              <a:rPr lang="es-ES" altLang="zh-CN" smtClean="0"/>
              <a:pPr rtl="0"/>
              <a:t>12</a:t>
            </a:fld>
            <a:endParaRPr lang="es-ES" altLang="zh-CN" dirty="0"/>
          </a:p>
        </p:txBody>
      </p:sp>
    </p:spTree>
    <p:extLst>
      <p:ext uri="{BB962C8B-B14F-4D97-AF65-F5344CB8AC3E}">
        <p14:creationId xmlns:p14="http://schemas.microsoft.com/office/powerpoint/2010/main" val="25197270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ítulo 16">
            <a:extLst>
              <a:ext uri="{FF2B5EF4-FFF2-40B4-BE49-F238E27FC236}">
                <a16:creationId xmlns:a16="http://schemas.microsoft.com/office/drawing/2014/main" id="{E17942FE-65D3-7C03-B361-8DF125B81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MX" sz="3200" dirty="0"/>
              <a:t>¿Qué descubrió de si mismo?</a:t>
            </a:r>
            <a:endParaRPr lang="es-ES" sz="3200" dirty="0"/>
          </a:p>
        </p:txBody>
      </p:sp>
      <p:sp>
        <p:nvSpPr>
          <p:cNvPr id="63" name="Marcador de texto 62">
            <a:extLst>
              <a:ext uri="{FF2B5EF4-FFF2-40B4-BE49-F238E27FC236}">
                <a16:creationId xmlns:a16="http://schemas.microsoft.com/office/drawing/2014/main" id="{22D79EB2-B914-5355-4D75-3AC59F0DCCC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Sep. 20XX</a:t>
            </a:r>
          </a:p>
        </p:txBody>
      </p:sp>
      <p:sp>
        <p:nvSpPr>
          <p:cNvPr id="16" name="Marcador de posición de imagen 15">
            <a:extLst>
              <a:ext uri="{FF2B5EF4-FFF2-40B4-BE49-F238E27FC236}">
                <a16:creationId xmlns:a16="http://schemas.microsoft.com/office/drawing/2014/main" id="{7BD10CEB-2241-4246-B0F4-96E0DB642C4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noProof="0"/>
              <a:t>Sinergia escalable</a:t>
            </a:r>
          </a:p>
          <a:p>
            <a:pPr rtl="0"/>
            <a:r>
              <a:rPr lang="es-ES" noProof="0"/>
              <a:t>Comercio electrónico</a:t>
            </a:r>
          </a:p>
          <a:p>
            <a:pPr rtl="0"/>
            <a:endParaRPr lang="es-ES" altLang="en-US"/>
          </a:p>
        </p:txBody>
      </p:sp>
      <p:sp>
        <p:nvSpPr>
          <p:cNvPr id="65" name="Marcador de texto 64">
            <a:extLst>
              <a:ext uri="{FF2B5EF4-FFF2-40B4-BE49-F238E27FC236}">
                <a16:creationId xmlns:a16="http://schemas.microsoft.com/office/drawing/2014/main" id="{0ECD9490-0BE0-6A65-01CD-D54CAB8395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Nov. 20XX</a:t>
            </a:r>
          </a:p>
        </p:txBody>
      </p:sp>
      <p:sp>
        <p:nvSpPr>
          <p:cNvPr id="19" name="Marcador de posición de imagen 18">
            <a:extLst>
              <a:ext uri="{FF2B5EF4-FFF2-40B4-BE49-F238E27FC236}">
                <a16:creationId xmlns:a16="http://schemas.microsoft.com/office/drawing/2014/main" id="{78038ACE-740A-4AE7-A0B3-BEEA90495BDD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889942" y="2937719"/>
            <a:ext cx="1877575" cy="692987"/>
          </a:xfrm>
        </p:spPr>
        <p:txBody>
          <a:bodyPr rtlCol="0"/>
          <a:lstStyle>
            <a:defPPr>
              <a:defRPr lang="es-ES"/>
            </a:defPPr>
          </a:lstStyle>
          <a:p>
            <a:pPr lvl="0" rtl="0"/>
            <a:r>
              <a:rPr lang="es-ES" noProof="0" dirty="0"/>
              <a:t>Divulgación de métricas estandarizadas</a:t>
            </a:r>
          </a:p>
        </p:txBody>
      </p:sp>
      <p:sp>
        <p:nvSpPr>
          <p:cNvPr id="67" name="Marcador de texto 66">
            <a:extLst>
              <a:ext uri="{FF2B5EF4-FFF2-40B4-BE49-F238E27FC236}">
                <a16:creationId xmlns:a16="http://schemas.microsoft.com/office/drawing/2014/main" id="{CEEED1DD-BCBD-5246-2A2C-BCED87782D53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Ene. 20XX</a:t>
            </a:r>
          </a:p>
        </p:txBody>
      </p:sp>
      <p:sp>
        <p:nvSpPr>
          <p:cNvPr id="21" name="Marcador de posición de imagen 20">
            <a:extLst>
              <a:ext uri="{FF2B5EF4-FFF2-40B4-BE49-F238E27FC236}">
                <a16:creationId xmlns:a16="http://schemas.microsoft.com/office/drawing/2014/main" id="{DD441F7A-4624-45D2-AE88-EEBA65185E6D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5107230" y="5051157"/>
            <a:ext cx="1877575" cy="762698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noProof="0" dirty="0"/>
              <a:t>Coordinación de aplicaciones para el negocio electrónico</a:t>
            </a:r>
          </a:p>
          <a:p>
            <a:pPr rtl="0"/>
            <a:endParaRPr lang="es-ES" altLang="en-US" dirty="0"/>
          </a:p>
        </p:txBody>
      </p:sp>
      <p:sp>
        <p:nvSpPr>
          <p:cNvPr id="69" name="Marcador de texto 68">
            <a:extLst>
              <a:ext uri="{FF2B5EF4-FFF2-40B4-BE49-F238E27FC236}">
                <a16:creationId xmlns:a16="http://schemas.microsoft.com/office/drawing/2014/main" id="{868536F0-BECB-41C2-208F-CAAC89E244F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Mar. 20XX</a:t>
            </a:r>
          </a:p>
        </p:txBody>
      </p:sp>
      <p:sp>
        <p:nvSpPr>
          <p:cNvPr id="23" name="Marcador de posición de imagen 22">
            <a:extLst>
              <a:ext uri="{FF2B5EF4-FFF2-40B4-BE49-F238E27FC236}">
                <a16:creationId xmlns:a16="http://schemas.microsoft.com/office/drawing/2014/main" id="{4EF68FE0-ADE3-4AB5-AC04-6C029B601AB2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7501941" y="5051156"/>
            <a:ext cx="1877575" cy="930279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Fomento de metodologías holísticamente superiores</a:t>
            </a:r>
          </a:p>
          <a:p>
            <a:pPr rtl="0"/>
            <a:endParaRPr lang="es-ES" altLang="en-US" dirty="0"/>
          </a:p>
        </p:txBody>
      </p:sp>
      <p:sp>
        <p:nvSpPr>
          <p:cNvPr id="71" name="Marcador de texto 70">
            <a:extLst>
              <a:ext uri="{FF2B5EF4-FFF2-40B4-BE49-F238E27FC236}">
                <a16:creationId xmlns:a16="http://schemas.microsoft.com/office/drawing/2014/main" id="{FAFB92ED-EE9E-1E13-228D-2A33EE0B2FC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Mayo 20XX</a:t>
            </a:r>
          </a:p>
        </p:txBody>
      </p:sp>
      <p:sp>
        <p:nvSpPr>
          <p:cNvPr id="25" name="Marcador de posición de imagen 24">
            <a:extLst>
              <a:ext uri="{FF2B5EF4-FFF2-40B4-BE49-F238E27FC236}">
                <a16:creationId xmlns:a16="http://schemas.microsoft.com/office/drawing/2014/main" id="{5140B95D-A59E-4E6C-BF07-5DD5E0E818A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8734718" y="2937719"/>
            <a:ext cx="1877575" cy="1058240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Implementación de redes estratégicas con necesidades de negocio electrónico atractivas</a:t>
            </a:r>
          </a:p>
          <a:p>
            <a:pPr rtl="0"/>
            <a:endParaRPr lang="es-ES" altLang="en-U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6404519-33C1-DA61-9858-3858F30C7808}"/>
              </a:ext>
            </a:extLst>
          </p:cNvPr>
          <p:cNvSpPr>
            <a:spLocks noGrp="1"/>
          </p:cNvSpPr>
          <p:nvPr>
            <p:ph type="ftr" sz="quarter" idx="46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Título de la presentación</a:t>
            </a:r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02DD1EA-9A0C-9303-AD79-5DAF401390EB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47FEACEE-25B4-4A2D-B147-27296E36371D}" type="slidenum">
              <a:rPr lang="es-ES" altLang="zh-CN" smtClean="0"/>
              <a:pPr rtl="0"/>
              <a:t>13</a:t>
            </a:fld>
            <a:endParaRPr lang="es-ES" altLang="zh-CN" dirty="0"/>
          </a:p>
        </p:txBody>
      </p:sp>
    </p:spTree>
    <p:extLst>
      <p:ext uri="{BB962C8B-B14F-4D97-AF65-F5344CB8AC3E}">
        <p14:creationId xmlns:p14="http://schemas.microsoft.com/office/powerpoint/2010/main" val="37609069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4EFA9173-F892-5C7D-99AF-4C5FFB153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Conclusión</a:t>
            </a:r>
          </a:p>
        </p:txBody>
      </p:sp>
      <p:sp>
        <p:nvSpPr>
          <p:cNvPr id="29" name="Marcador de texto 28">
            <a:extLst>
              <a:ext uri="{FF2B5EF4-FFF2-40B4-BE49-F238E27FC236}">
                <a16:creationId xmlns:a16="http://schemas.microsoft.com/office/drawing/2014/main" id="{52FD53DB-CD39-2575-F8BA-63488E81091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En Contoso, creemos en dar el 110 %. Con nuestra arquitectura de datos de próxima generación, ayudamos a las empresas a administrar virtualmente flujos de trabajo ágiles. Progresamos gracias a nuestro conocimiento del mercado y al excelente equipo que hay detrás de nuestro producto. Como dice nuestro director general, "La eficiencia llegará al transformar de forma proactiva la forma en que hacemos negocios".</a:t>
            </a:r>
          </a:p>
          <a:p>
            <a:pPr rtl="0"/>
            <a:endParaRPr lang="es-ES" dirty="0"/>
          </a:p>
        </p:txBody>
      </p:sp>
      <p:pic>
        <p:nvPicPr>
          <p:cNvPr id="38" name="Marcador de posición de imagen 37" descr="Personas trabajando en la oficina">
            <a:extLst>
              <a:ext uri="{FF2B5EF4-FFF2-40B4-BE49-F238E27FC236}">
                <a16:creationId xmlns:a16="http://schemas.microsoft.com/office/drawing/2014/main" id="{4162880A-4A88-ED9F-357E-65638ED8BB0C}"/>
              </a:ext>
            </a:extLst>
          </p:cNvPr>
          <p:cNvPicPr>
            <a:picLocks noGrp="1" noChangeAspect="1"/>
          </p:cNvPicPr>
          <p:nvPr>
            <p:ph type="pic" sz="quarter" idx="48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pic>
        <p:nvPicPr>
          <p:cNvPr id="39" name="Marcador de posición de imagen 31">
            <a:extLst>
              <a:ext uri="{FF2B5EF4-FFF2-40B4-BE49-F238E27FC236}">
                <a16:creationId xmlns:a16="http://schemas.microsoft.com/office/drawing/2014/main" id="{6037332D-8714-C147-6E64-3654D8C578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5" b="2555"/>
          <a:stretch>
            <a:fillRect/>
          </a:stretch>
        </p:blipFill>
        <p:spPr>
          <a:xfrm>
            <a:off x="6504265" y="3029080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E531165-F745-171F-F6EC-07FDD4E3E06C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Título de la presentación</a:t>
            </a:r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2F30A6A-65C9-04FE-77CF-C95CC406DBD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47FEACEE-25B4-4A2D-B147-27296E36371D}" type="slidenum">
              <a:rPr lang="es-ES" altLang="zh-CN" smtClean="0"/>
              <a:pPr rtl="0"/>
              <a:t>14</a:t>
            </a:fld>
            <a:endParaRPr lang="es-ES" altLang="zh-CN" dirty="0"/>
          </a:p>
        </p:txBody>
      </p:sp>
    </p:spTree>
    <p:extLst>
      <p:ext uri="{BB962C8B-B14F-4D97-AF65-F5344CB8AC3E}">
        <p14:creationId xmlns:p14="http://schemas.microsoft.com/office/powerpoint/2010/main" val="41575333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ítulo 23">
            <a:extLst>
              <a:ext uri="{FF2B5EF4-FFF2-40B4-BE49-F238E27FC236}">
                <a16:creationId xmlns:a16="http://schemas.microsoft.com/office/drawing/2014/main" id="{AD2C8D04-263D-9589-1CFF-A5968D7C3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Gracias</a:t>
            </a:r>
          </a:p>
        </p:txBody>
      </p:sp>
      <p:pic>
        <p:nvPicPr>
          <p:cNvPr id="14" name="Marcador de posición de imagen 13" descr="Personas trabajando en la oficina">
            <a:extLst>
              <a:ext uri="{FF2B5EF4-FFF2-40B4-BE49-F238E27FC236}">
                <a16:creationId xmlns:a16="http://schemas.microsoft.com/office/drawing/2014/main" id="{496155F4-61B2-441D-9F16-788866450DA2}"/>
              </a:ext>
            </a:extLst>
          </p:cNvPr>
          <p:cNvPicPr>
            <a:picLocks noGrp="1" noChangeAspect="1"/>
          </p:cNvPicPr>
          <p:nvPr>
            <p:ph type="pic" sz="quarter" idx="49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pic>
        <p:nvPicPr>
          <p:cNvPr id="16" name="Marcador de posición de imagen 15" descr="Personas en una oficina hablando sobre el trabajo con un portátil&#10;">
            <a:extLst>
              <a:ext uri="{FF2B5EF4-FFF2-40B4-BE49-F238E27FC236}">
                <a16:creationId xmlns:a16="http://schemas.microsoft.com/office/drawing/2014/main" id="{BCD5762E-DD49-42B3-9CA8-46A4AD7193E2}"/>
              </a:ext>
            </a:extLst>
          </p:cNvPr>
          <p:cNvPicPr>
            <a:picLocks noGrp="1" noChangeAspect="1"/>
          </p:cNvPicPr>
          <p:nvPr>
            <p:ph type="pic" sz="quarter" idx="48"/>
          </p:nvPr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pic>
        <p:nvPicPr>
          <p:cNvPr id="18" name="Marcador de posición de imagen 17" descr="Disposición de bocetos de diseño de sitios web en papel">
            <a:extLst>
              <a:ext uri="{FF2B5EF4-FFF2-40B4-BE49-F238E27FC236}">
                <a16:creationId xmlns:a16="http://schemas.microsoft.com/office/drawing/2014/main" id="{1051CD21-1408-4D13-BF0B-0D7013AD2D0C}"/>
              </a:ext>
            </a:extLst>
          </p:cNvPr>
          <p:cNvPicPr>
            <a:picLocks noGrp="1" noChangeAspect="1"/>
          </p:cNvPicPr>
          <p:nvPr>
            <p:ph type="pic" sz="quarter" idx="51"/>
          </p:nvPr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sp>
        <p:nvSpPr>
          <p:cNvPr id="25" name="Marcador de texto 24">
            <a:extLst>
              <a:ext uri="{FF2B5EF4-FFF2-40B4-BE49-F238E27FC236}">
                <a16:creationId xmlns:a16="http://schemas.microsoft.com/office/drawing/2014/main" id="{B993E4D5-4AD0-4740-096D-6822944C8FF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Isaac Medina</a:t>
            </a:r>
          </a:p>
          <a:p>
            <a:pPr lvl="0" rtl="0"/>
            <a:r>
              <a:rPr lang="es-ES" dirty="0"/>
              <a:t>8-861-1706</a:t>
            </a:r>
          </a:p>
          <a:p>
            <a:pPr rtl="0"/>
            <a:endParaRPr lang="es-ES" dirty="0"/>
          </a:p>
        </p:txBody>
      </p:sp>
      <p:pic>
        <p:nvPicPr>
          <p:cNvPr id="28" name="Marcador de posición de imagen 27" descr="Empresaria revisando notas rápidas en una pared">
            <a:extLst>
              <a:ext uri="{FF2B5EF4-FFF2-40B4-BE49-F238E27FC236}">
                <a16:creationId xmlns:a16="http://schemas.microsoft.com/office/drawing/2014/main" id="{B746A775-E65C-70F6-9DB4-E51F7F2DAECE}"/>
              </a:ext>
            </a:extLst>
          </p:cNvPr>
          <p:cNvPicPr>
            <a:picLocks noGrp="1" noChangeAspect="1"/>
          </p:cNvPicPr>
          <p:nvPr>
            <p:ph type="pic" sz="quarter" idx="50"/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529279411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r​">
  <a:themeElements>
    <a:clrScheme name="Custom 9">
      <a:dk1>
        <a:srgbClr val="000000"/>
      </a:dk1>
      <a:lt1>
        <a:srgbClr val="FFFFFF"/>
      </a:lt1>
      <a:dk2>
        <a:srgbClr val="0F253E"/>
      </a:dk2>
      <a:lt2>
        <a:srgbClr val="E7E6E6"/>
      </a:lt2>
      <a:accent1>
        <a:srgbClr val="4472C4"/>
      </a:accent1>
      <a:accent2>
        <a:srgbClr val="B83803"/>
      </a:accent2>
      <a:accent3>
        <a:srgbClr val="DCD3CC"/>
      </a:accent3>
      <a:accent4>
        <a:srgbClr val="F79320"/>
      </a:accent4>
      <a:accent5>
        <a:srgbClr val="44668D"/>
      </a:accent5>
      <a:accent6>
        <a:srgbClr val="0F253E"/>
      </a:accent6>
      <a:hlink>
        <a:srgbClr val="AEC0D9"/>
      </a:hlink>
      <a:folHlink>
        <a:srgbClr val="B83903"/>
      </a:folHlink>
    </a:clrScheme>
    <a:fontScheme name="Custom 10">
      <a:majorFont>
        <a:latin typeface="Posterama Text Black"/>
        <a:ea typeface=""/>
        <a:cs typeface=""/>
      </a:majorFont>
      <a:minorFont>
        <a:latin typeface="Abad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/>
      <a:lstStyle>
        <a:defPPr marL="0" indent="0" algn="ctr">
          <a:lnSpc>
            <a:spcPct val="100000"/>
          </a:lnSpc>
          <a:spcBef>
            <a:spcPts val="0"/>
          </a:spcBef>
          <a:buFontTx/>
          <a:buNone/>
          <a:defRPr sz="1800" smtClean="0">
            <a:solidFill>
              <a:prstClr val="white"/>
            </a:solidFill>
            <a:latin typeface="Posterama" panose="020B0504020200020000" pitchFamily="34" charset="0"/>
            <a:ea typeface="微软雅黑"/>
            <a:cs typeface="Posterama" panose="020B0504020200020000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_71627983_TF00951641_Win32" id="{463890D5-E9AC-4A9F-9395-AD7AEB362824}" vid="{ACBEAE8C-66C0-4563-A396-AC17662042D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0AD9BE2-6B3D-4616-B044-300A8177DEA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45515263-A3DE-4193-B6AA-5C449C94519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4CFA8B0-C7B8-4655-A378-2962C04794D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Presentación de hexágono clara</Template>
  <TotalTime>84</TotalTime>
  <Words>547</Words>
  <Application>Microsoft Office PowerPoint</Application>
  <PresentationFormat>Widescreen</PresentationFormat>
  <Paragraphs>87</Paragraphs>
  <Slides>15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Abadi</vt:lpstr>
      <vt:lpstr>Aptos</vt:lpstr>
      <vt:lpstr>Arial</vt:lpstr>
      <vt:lpstr>Arial Black</vt:lpstr>
      <vt:lpstr>Calibri</vt:lpstr>
      <vt:lpstr>Posterama Text SemiBold</vt:lpstr>
      <vt:lpstr>Personalizar​</vt:lpstr>
      <vt:lpstr>Estudio de Importaciones en Puertos de la Costa Este de los Estados Unidos</vt:lpstr>
      <vt:lpstr>Agenda</vt:lpstr>
      <vt:lpstr>Introducción</vt:lpstr>
      <vt:lpstr>Motivación:</vt:lpstr>
      <vt:lpstr>Problema:</vt:lpstr>
      <vt:lpstr>¿Cómo fue su experiencia buscando y seleccionando la data?</vt:lpstr>
      <vt:lpstr>Datos estadísticos</vt:lpstr>
      <vt:lpstr>Puertos de la Costa Este</vt:lpstr>
      <vt:lpstr>¿Qué lecciones aprendió al hacer el análisis descriptivo?</vt:lpstr>
      <vt:lpstr>PowerPoint Presentation</vt:lpstr>
      <vt:lpstr>¿Qué descubrió de la investigación?</vt:lpstr>
      <vt:lpstr>¿Si fuese a hacer este estudio de nuevo ¿qué haría mejor?</vt:lpstr>
      <vt:lpstr>¿Qué descubrió de si mismo?</vt:lpstr>
      <vt:lpstr>Conclusión</vt:lpstr>
      <vt:lpstr>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Isacc Molina</dc:creator>
  <cp:lastModifiedBy>Isacc Molina</cp:lastModifiedBy>
  <cp:revision>3</cp:revision>
  <dcterms:created xsi:type="dcterms:W3CDTF">2025-04-08T02:20:39Z</dcterms:created>
  <dcterms:modified xsi:type="dcterms:W3CDTF">2025-04-08T03:44:49Z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